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Nunito"/>
      <p:regular r:id="rId18"/>
      <p:bold r:id="rId19"/>
      <p:italic r:id="rId20"/>
      <p:boldItalic r:id="rId21"/>
    </p:embeddedFont>
    <p:embeddedFont>
      <p:font typeface="Maven Pro"/>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5.xml"/><Relationship Id="rId22" Type="http://schemas.openxmlformats.org/officeDocument/2006/relationships/font" Target="fonts/MavenPro-regular.fntdata"/><Relationship Id="rId10" Type="http://schemas.openxmlformats.org/officeDocument/2006/relationships/slide" Target="slides/slide4.xml"/><Relationship Id="rId21" Type="http://schemas.openxmlformats.org/officeDocument/2006/relationships/font" Target="fonts/Nunito-boldItalic.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Maven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Nunito-bold.fntdata"/><Relationship Id="rId6" Type="http://schemas.openxmlformats.org/officeDocument/2006/relationships/notesMaster" Target="notesMasters/notesMaster1.xml"/><Relationship Id="rId18" Type="http://schemas.openxmlformats.org/officeDocument/2006/relationships/font" Target="fonts/Nuni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99839f3500_1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199839f3500_1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g199839f3500_1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j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99839f3500_1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199839f3500_1_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ja">
                <a:solidFill>
                  <a:srgbClr val="1D1C1D"/>
                </a:solidFill>
                <a:latin typeface="Arial"/>
                <a:ea typeface="Arial"/>
                <a:cs typeface="Arial"/>
                <a:sym typeface="Arial"/>
              </a:rPr>
              <a:t>・社名　LULL</a:t>
            </a:r>
            <a:br>
              <a:rPr lang="ja"/>
            </a:br>
            <a:r>
              <a:rPr b="0" i="0" lang="ja">
                <a:solidFill>
                  <a:srgbClr val="1D1C1D"/>
                </a:solidFill>
                <a:latin typeface="Arial"/>
                <a:ea typeface="Arial"/>
                <a:cs typeface="Arial"/>
                <a:sym typeface="Arial"/>
              </a:rPr>
              <a:t>・事業内容　コワーキング以外　説明</a:t>
            </a:r>
            <a:br>
              <a:rPr lang="ja"/>
            </a:br>
            <a:r>
              <a:rPr b="0" i="0" lang="ja">
                <a:solidFill>
                  <a:srgbClr val="1D1C1D"/>
                </a:solidFill>
                <a:latin typeface="Arial"/>
                <a:ea typeface="Arial"/>
                <a:cs typeface="Arial"/>
                <a:sym typeface="Arial"/>
              </a:rPr>
              <a:t>・従業員数　308名(2022年3月現在)</a:t>
            </a:r>
            <a:endParaRPr/>
          </a:p>
        </p:txBody>
      </p:sp>
      <p:sp>
        <p:nvSpPr>
          <p:cNvPr id="369" name="Google Shape;369;g199839f3500_1_1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j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99839f3500_1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99839f3500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99839f3500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99839f3500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99839f3500_1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99839f3500_1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99839f3500_1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99839f3500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99839f3500_1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99839f3500_1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99839f3500_1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99839f3500_1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99839f3500_1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99839f3500_1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99839f3500_1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99839f3500_1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99839f3500_1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g199839f3500_1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2"/>
              <a:chOff x="7343003" y="4453711"/>
              <a:chExt cx="316800" cy="688512"/>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9" name="Google Shape;29;p2"/>
          <p:cNvGrpSpPr/>
          <p:nvPr/>
        </p:nvGrpSpPr>
        <p:grpSpPr>
          <a:xfrm>
            <a:off x="5043503" y="0"/>
            <a:ext cx="3814072" cy="3839101"/>
            <a:chOff x="5043503" y="0"/>
            <a:chExt cx="3814072" cy="3839101"/>
          </a:xfrm>
        </p:grpSpPr>
        <p:sp>
          <p:nvSpPr>
            <p:cNvPr id="30" name="Google Shape;30;p2"/>
            <p:cNvSpPr/>
            <p:nvPr/>
          </p:nvSpPr>
          <p:spPr>
            <a:xfrm>
              <a:off x="8460975" y="1817775"/>
              <a:ext cx="396600" cy="39660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rot="-9830444">
              <a:off x="6469759" y="3480728"/>
              <a:ext cx="320148" cy="320148"/>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rot="5400000">
                <a:off x="6954988" y="2930398"/>
                <a:ext cx="749700" cy="74970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 name="Google Shape;37;p2"/>
            <p:cNvGrpSpPr/>
            <p:nvPr/>
          </p:nvGrpSpPr>
          <p:grpSpPr>
            <a:xfrm>
              <a:off x="7952721"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 name="Google Shape;40;p2"/>
            <p:cNvSpPr/>
            <p:nvPr/>
          </p:nvSpPr>
          <p:spPr>
            <a:xfrm>
              <a:off x="5399840" y="356365"/>
              <a:ext cx="2577000" cy="257700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rot="2043858">
              <a:off x="5503813" y="460310"/>
              <a:ext cx="2369480" cy="236948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2"/>
          <p:cNvSpPr txBox="1"/>
          <p:nvPr>
            <p:ph type="ctrTitle"/>
          </p:nvPr>
        </p:nvSpPr>
        <p:spPr>
          <a:xfrm>
            <a:off x="824000" y="1613813"/>
            <a:ext cx="42555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grpSp>
        <p:nvGrpSpPr>
          <p:cNvPr id="50" name="Google Shape;50;p3"/>
          <p:cNvGrpSpPr/>
          <p:nvPr/>
        </p:nvGrpSpPr>
        <p:grpSpPr>
          <a:xfrm>
            <a:off x="625966" y="299376"/>
            <a:ext cx="999312" cy="999312"/>
            <a:chOff x="348199" y="179450"/>
            <a:chExt cx="1116300" cy="1116300"/>
          </a:xfrm>
        </p:grpSpPr>
        <p:sp>
          <p:nvSpPr>
            <p:cNvPr id="51" name="Google Shape;51;p3"/>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3"/>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3"/>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4" name="Google Shape;54;p3"/>
          <p:cNvSpPr txBox="1"/>
          <p:nvPr>
            <p:ph idx="1" type="body"/>
          </p:nvPr>
        </p:nvSpPr>
        <p:spPr>
          <a:xfrm>
            <a:off x="1303800" y="1990050"/>
            <a:ext cx="70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3"/>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6" name="Shape 56"/>
        <p:cNvGrpSpPr/>
        <p:nvPr/>
      </p:nvGrpSpPr>
      <p:grpSpPr>
        <a:xfrm>
          <a:off x="0" y="0"/>
          <a:ext cx="0" cy="0"/>
          <a:chOff x="0" y="0"/>
          <a:chExt cx="0" cy="0"/>
        </a:xfrm>
      </p:grpSpPr>
      <p:grpSp>
        <p:nvGrpSpPr>
          <p:cNvPr id="57" name="Google Shape;57;p4"/>
          <p:cNvGrpSpPr/>
          <p:nvPr/>
        </p:nvGrpSpPr>
        <p:grpSpPr>
          <a:xfrm>
            <a:off x="146769" y="3406"/>
            <a:ext cx="1233214" cy="1384535"/>
            <a:chOff x="146769" y="3406"/>
            <a:chExt cx="1233214" cy="1384535"/>
          </a:xfrm>
        </p:grpSpPr>
        <p:grpSp>
          <p:nvGrpSpPr>
            <p:cNvPr id="58" name="Google Shape;58;p4"/>
            <p:cNvGrpSpPr/>
            <p:nvPr/>
          </p:nvGrpSpPr>
          <p:grpSpPr>
            <a:xfrm>
              <a:off x="1063183" y="3406"/>
              <a:ext cx="316800" cy="688513"/>
              <a:chOff x="1063183" y="3406"/>
              <a:chExt cx="316800" cy="688513"/>
            </a:xfrm>
          </p:grpSpPr>
          <p:sp>
            <p:nvSpPr>
              <p:cNvPr id="59" name="Google Shape;59;p4"/>
              <p:cNvSpPr/>
              <p:nvPr/>
            </p:nvSpPr>
            <p:spPr>
              <a:xfrm rot="10800000">
                <a:off x="1063183"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
              <p:cNvSpPr/>
              <p:nvPr/>
            </p:nvSpPr>
            <p:spPr>
              <a:xfrm rot="10800000">
                <a:off x="1063183"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 name="Google Shape;61;p4"/>
            <p:cNvGrpSpPr/>
            <p:nvPr/>
          </p:nvGrpSpPr>
          <p:grpSpPr>
            <a:xfrm>
              <a:off x="604976" y="3406"/>
              <a:ext cx="316800" cy="1036524"/>
              <a:chOff x="604976" y="3406"/>
              <a:chExt cx="316800" cy="1036524"/>
            </a:xfrm>
          </p:grpSpPr>
          <p:sp>
            <p:nvSpPr>
              <p:cNvPr id="62" name="Google Shape;62;p4"/>
              <p:cNvSpPr/>
              <p:nvPr/>
            </p:nvSpPr>
            <p:spPr>
              <a:xfrm rot="10800000">
                <a:off x="604976"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4"/>
              <p:cNvSpPr/>
              <p:nvPr/>
            </p:nvSpPr>
            <p:spPr>
              <a:xfrm rot="10800000">
                <a:off x="604976"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4"/>
              <p:cNvSpPr/>
              <p:nvPr/>
            </p:nvSpPr>
            <p:spPr>
              <a:xfrm rot="10800000">
                <a:off x="604976"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 name="Google Shape;65;p4"/>
            <p:cNvGrpSpPr/>
            <p:nvPr/>
          </p:nvGrpSpPr>
          <p:grpSpPr>
            <a:xfrm>
              <a:off x="146769" y="3406"/>
              <a:ext cx="316800" cy="1384535"/>
              <a:chOff x="146769" y="3406"/>
              <a:chExt cx="316800" cy="1384535"/>
            </a:xfrm>
          </p:grpSpPr>
          <p:sp>
            <p:nvSpPr>
              <p:cNvPr id="66" name="Google Shape;66;p4"/>
              <p:cNvSpPr/>
              <p:nvPr/>
            </p:nvSpPr>
            <p:spPr>
              <a:xfrm rot="10800000">
                <a:off x="146769"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4"/>
              <p:cNvSpPr/>
              <p:nvPr/>
            </p:nvSpPr>
            <p:spPr>
              <a:xfrm rot="10800000">
                <a:off x="146769" y="3441"/>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4"/>
              <p:cNvSpPr/>
              <p:nvPr/>
            </p:nvSpPr>
            <p:spPr>
              <a:xfrm rot="10800000">
                <a:off x="146769"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4"/>
              <p:cNvSpPr/>
              <p:nvPr/>
            </p:nvSpPr>
            <p:spPr>
              <a:xfrm rot="10800000">
                <a:off x="146769"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70" name="Google Shape;70;p4"/>
          <p:cNvGrpSpPr/>
          <p:nvPr/>
        </p:nvGrpSpPr>
        <p:grpSpPr>
          <a:xfrm>
            <a:off x="6775084" y="2904008"/>
            <a:ext cx="2186147" cy="2239500"/>
            <a:chOff x="6775084" y="2904008"/>
            <a:chExt cx="2186147" cy="2239500"/>
          </a:xfrm>
        </p:grpSpPr>
        <p:grpSp>
          <p:nvGrpSpPr>
            <p:cNvPr id="71" name="Google Shape;71;p4"/>
            <p:cNvGrpSpPr/>
            <p:nvPr/>
          </p:nvGrpSpPr>
          <p:grpSpPr>
            <a:xfrm>
              <a:off x="6775084" y="4253708"/>
              <a:ext cx="409500" cy="889800"/>
              <a:chOff x="6775084" y="4253708"/>
              <a:chExt cx="409500" cy="889800"/>
            </a:xfrm>
          </p:grpSpPr>
          <p:sp>
            <p:nvSpPr>
              <p:cNvPr id="72" name="Google Shape;72;p4"/>
              <p:cNvSpPr/>
              <p:nvPr/>
            </p:nvSpPr>
            <p:spPr>
              <a:xfrm>
                <a:off x="6775084"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4"/>
              <p:cNvSpPr/>
              <p:nvPr/>
            </p:nvSpPr>
            <p:spPr>
              <a:xfrm>
                <a:off x="6775084"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 name="Google Shape;74;p4"/>
            <p:cNvGrpSpPr/>
            <p:nvPr/>
          </p:nvGrpSpPr>
          <p:grpSpPr>
            <a:xfrm>
              <a:off x="7367299" y="3804008"/>
              <a:ext cx="409500" cy="1339500"/>
              <a:chOff x="7367299" y="3804008"/>
              <a:chExt cx="409500" cy="1339500"/>
            </a:xfrm>
          </p:grpSpPr>
          <p:sp>
            <p:nvSpPr>
              <p:cNvPr id="75" name="Google Shape;75;p4"/>
              <p:cNvSpPr/>
              <p:nvPr/>
            </p:nvSpPr>
            <p:spPr>
              <a:xfrm>
                <a:off x="7367299"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4"/>
              <p:cNvSpPr/>
              <p:nvPr/>
            </p:nvSpPr>
            <p:spPr>
              <a:xfrm>
                <a:off x="7367299"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4"/>
              <p:cNvSpPr/>
              <p:nvPr/>
            </p:nvSpPr>
            <p:spPr>
              <a:xfrm>
                <a:off x="7367299"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 name="Google Shape;78;p4"/>
            <p:cNvGrpSpPr/>
            <p:nvPr/>
          </p:nvGrpSpPr>
          <p:grpSpPr>
            <a:xfrm>
              <a:off x="7959516" y="3354008"/>
              <a:ext cx="409500" cy="1789500"/>
              <a:chOff x="7959516" y="3354008"/>
              <a:chExt cx="409500" cy="1789500"/>
            </a:xfrm>
          </p:grpSpPr>
          <p:sp>
            <p:nvSpPr>
              <p:cNvPr id="79" name="Google Shape;79;p4"/>
              <p:cNvSpPr/>
              <p:nvPr/>
            </p:nvSpPr>
            <p:spPr>
              <a:xfrm>
                <a:off x="7959516"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4"/>
              <p:cNvSpPr/>
              <p:nvPr/>
            </p:nvSpPr>
            <p:spPr>
              <a:xfrm>
                <a:off x="7959516"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4"/>
              <p:cNvSpPr/>
              <p:nvPr/>
            </p:nvSpPr>
            <p:spPr>
              <a:xfrm>
                <a:off x="7959516"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4"/>
              <p:cNvSpPr/>
              <p:nvPr/>
            </p:nvSpPr>
            <p:spPr>
              <a:xfrm>
                <a:off x="7959516"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 name="Google Shape;83;p4"/>
            <p:cNvGrpSpPr/>
            <p:nvPr/>
          </p:nvGrpSpPr>
          <p:grpSpPr>
            <a:xfrm>
              <a:off x="8551731" y="2904008"/>
              <a:ext cx="409500" cy="2239500"/>
              <a:chOff x="8551731" y="2904008"/>
              <a:chExt cx="409500" cy="2239500"/>
            </a:xfrm>
          </p:grpSpPr>
          <p:sp>
            <p:nvSpPr>
              <p:cNvPr id="84" name="Google Shape;84;p4"/>
              <p:cNvSpPr/>
              <p:nvPr/>
            </p:nvSpPr>
            <p:spPr>
              <a:xfrm>
                <a:off x="8551731"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
              <p:cNvSpPr/>
              <p:nvPr/>
            </p:nvSpPr>
            <p:spPr>
              <a:xfrm>
                <a:off x="8551731"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4"/>
              <p:cNvSpPr/>
              <p:nvPr/>
            </p:nvSpPr>
            <p:spPr>
              <a:xfrm>
                <a:off x="8551731"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4"/>
              <p:cNvSpPr/>
              <p:nvPr/>
            </p:nvSpPr>
            <p:spPr>
              <a:xfrm>
                <a:off x="8551731" y="2904008"/>
                <a:ext cx="409500" cy="22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4"/>
              <p:cNvSpPr/>
              <p:nvPr/>
            </p:nvSpPr>
            <p:spPr>
              <a:xfrm>
                <a:off x="8551731"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9" name="Google Shape;89;p4"/>
          <p:cNvSpPr txBox="1"/>
          <p:nvPr>
            <p:ph type="title"/>
          </p:nvPr>
        </p:nvSpPr>
        <p:spPr>
          <a:xfrm>
            <a:off x="824000" y="1613825"/>
            <a:ext cx="58578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90" name="Google Shape;90;p4"/>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5"/>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6"/>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9" name="Google Shape;109;p7"/>
          <p:cNvSpPr txBox="1"/>
          <p:nvPr>
            <p:ph type="title"/>
          </p:nvPr>
        </p:nvSpPr>
        <p:spPr>
          <a:xfrm>
            <a:off x="1303800" y="598575"/>
            <a:ext cx="3312000" cy="159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256"/>
            <a:ext cx="2267379" cy="2601741"/>
            <a:chOff x="6790514" y="1256"/>
            <a:chExt cx="2267379" cy="2601741"/>
          </a:xfrm>
        </p:grpSpPr>
        <p:grpSp>
          <p:nvGrpSpPr>
            <p:cNvPr id="114" name="Google Shape;114;p8"/>
            <p:cNvGrpSpPr/>
            <p:nvPr/>
          </p:nvGrpSpPr>
          <p:grpSpPr>
            <a:xfrm>
              <a:off x="7067535" y="1256"/>
              <a:ext cx="1990358" cy="1990303"/>
              <a:chOff x="7067535" y="1256"/>
              <a:chExt cx="1990358" cy="1990303"/>
            </a:xfrm>
          </p:grpSpPr>
          <p:sp>
            <p:nvSpPr>
              <p:cNvPr id="115" name="Google Shape;115;p8"/>
              <p:cNvSpPr/>
              <p:nvPr/>
            </p:nvSpPr>
            <p:spPr>
              <a:xfrm rot="-8648551">
                <a:off x="7594313" y="527721"/>
                <a:ext cx="937226" cy="937226"/>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8"/>
              <p:cNvSpPr/>
              <p:nvPr/>
            </p:nvSpPr>
            <p:spPr>
              <a:xfrm rot="-8649154">
                <a:off x="7349891" y="283705"/>
                <a:ext cx="1425647" cy="14254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 name="Google Shape;118;p8"/>
            <p:cNvGrpSpPr/>
            <p:nvPr/>
          </p:nvGrpSpPr>
          <p:grpSpPr>
            <a:xfrm>
              <a:off x="8207126" y="1807997"/>
              <a:ext cx="795000" cy="795000"/>
              <a:chOff x="8207126" y="1807997"/>
              <a:chExt cx="795000" cy="795000"/>
            </a:xfrm>
          </p:grpSpPr>
          <p:sp>
            <p:nvSpPr>
              <p:cNvPr id="119" name="Google Shape;119;p8"/>
              <p:cNvSpPr/>
              <p:nvPr/>
            </p:nvSpPr>
            <p:spPr>
              <a:xfrm rot="2152054">
                <a:off x="8319942" y="1920813"/>
                <a:ext cx="569367" cy="569367"/>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8"/>
              <p:cNvSpPr/>
              <p:nvPr/>
            </p:nvSpPr>
            <p:spPr>
              <a:xfrm rot="2150259">
                <a:off x="8408218" y="2008610"/>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5" name="Google Shape;125;p8"/>
          <p:cNvSpPr txBox="1"/>
          <p:nvPr>
            <p:ph type="title"/>
          </p:nvPr>
        </p:nvSpPr>
        <p:spPr>
          <a:xfrm>
            <a:off x="824000" y="763600"/>
            <a:ext cx="5857800" cy="3573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 name="Google Shape;131;p9"/>
          <p:cNvSpPr txBox="1"/>
          <p:nvPr>
            <p:ph type="title"/>
          </p:nvPr>
        </p:nvSpPr>
        <p:spPr>
          <a:xfrm>
            <a:off x="1303800" y="598575"/>
            <a:ext cx="3430500" cy="1990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 name="Google Shape;139;p10"/>
          <p:cNvSpPr txBox="1"/>
          <p:nvPr>
            <p:ph idx="1" type="body"/>
          </p:nvPr>
        </p:nvSpPr>
        <p:spPr>
          <a:xfrm>
            <a:off x="1303800" y="4138975"/>
            <a:ext cx="5843100" cy="534900"/>
          </a:xfrm>
          <a:prstGeom prst="rect">
            <a:avLst/>
          </a:prstGeom>
          <a:noFill/>
          <a:ln>
            <a:noFill/>
          </a:ln>
        </p:spPr>
        <p:txBody>
          <a:bodyPr anchorCtr="0" anchor="t"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68" name="Google Shape;268;p11"/>
          <p:cNvSpPr txBox="1"/>
          <p:nvPr>
            <p:ph hasCustomPrompt="1" type="title"/>
          </p:nvPr>
        </p:nvSpPr>
        <p:spPr>
          <a:xfrm>
            <a:off x="1388625" y="772725"/>
            <a:ext cx="6366900" cy="1863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8000"/>
              <a:buNone/>
              <a:defRPr sz="8000">
                <a:solidFill>
                  <a:schemeClr val="lt1"/>
                </a:solidFill>
              </a:defRPr>
            </a:lvl1pPr>
            <a:lvl2pPr lvl="1" algn="ctr">
              <a:lnSpc>
                <a:spcPct val="100000"/>
              </a:lnSpc>
              <a:spcBef>
                <a:spcPts val="0"/>
              </a:spcBef>
              <a:spcAft>
                <a:spcPts val="0"/>
              </a:spcAft>
              <a:buClr>
                <a:schemeClr val="lt1"/>
              </a:buClr>
              <a:buSzPts val="8000"/>
              <a:buNone/>
              <a:defRPr sz="8000">
                <a:solidFill>
                  <a:schemeClr val="lt1"/>
                </a:solidFill>
              </a:defRPr>
            </a:lvl2pPr>
            <a:lvl3pPr lvl="2" algn="ctr">
              <a:lnSpc>
                <a:spcPct val="100000"/>
              </a:lnSpc>
              <a:spcBef>
                <a:spcPts val="0"/>
              </a:spcBef>
              <a:spcAft>
                <a:spcPts val="0"/>
              </a:spcAft>
              <a:buClr>
                <a:schemeClr val="lt1"/>
              </a:buClr>
              <a:buSzPts val="8000"/>
              <a:buNone/>
              <a:defRPr sz="8000">
                <a:solidFill>
                  <a:schemeClr val="lt1"/>
                </a:solidFill>
              </a:defRPr>
            </a:lvl3pPr>
            <a:lvl4pPr lvl="3" algn="ctr">
              <a:lnSpc>
                <a:spcPct val="100000"/>
              </a:lnSpc>
              <a:spcBef>
                <a:spcPts val="0"/>
              </a:spcBef>
              <a:spcAft>
                <a:spcPts val="0"/>
              </a:spcAft>
              <a:buClr>
                <a:schemeClr val="lt1"/>
              </a:buClr>
              <a:buSzPts val="8000"/>
              <a:buNone/>
              <a:defRPr sz="8000">
                <a:solidFill>
                  <a:schemeClr val="lt1"/>
                </a:solidFill>
              </a:defRPr>
            </a:lvl4pPr>
            <a:lvl5pPr lvl="4" algn="ctr">
              <a:lnSpc>
                <a:spcPct val="100000"/>
              </a:lnSpc>
              <a:spcBef>
                <a:spcPts val="0"/>
              </a:spcBef>
              <a:spcAft>
                <a:spcPts val="0"/>
              </a:spcAft>
              <a:buClr>
                <a:schemeClr val="lt1"/>
              </a:buClr>
              <a:buSzPts val="8000"/>
              <a:buNone/>
              <a:defRPr sz="8000">
                <a:solidFill>
                  <a:schemeClr val="lt1"/>
                </a:solidFill>
              </a:defRPr>
            </a:lvl5pPr>
            <a:lvl6pPr lvl="5" algn="ctr">
              <a:lnSpc>
                <a:spcPct val="100000"/>
              </a:lnSpc>
              <a:spcBef>
                <a:spcPts val="0"/>
              </a:spcBef>
              <a:spcAft>
                <a:spcPts val="0"/>
              </a:spcAft>
              <a:buClr>
                <a:schemeClr val="lt1"/>
              </a:buClr>
              <a:buSzPts val="8000"/>
              <a:buNone/>
              <a:defRPr sz="8000">
                <a:solidFill>
                  <a:schemeClr val="lt1"/>
                </a:solidFill>
              </a:defRPr>
            </a:lvl6pPr>
            <a:lvl7pPr lvl="6" algn="ctr">
              <a:lnSpc>
                <a:spcPct val="100000"/>
              </a:lnSpc>
              <a:spcBef>
                <a:spcPts val="0"/>
              </a:spcBef>
              <a:spcAft>
                <a:spcPts val="0"/>
              </a:spcAft>
              <a:buClr>
                <a:schemeClr val="lt1"/>
              </a:buClr>
              <a:buSzPts val="8000"/>
              <a:buNone/>
              <a:defRPr sz="8000">
                <a:solidFill>
                  <a:schemeClr val="lt1"/>
                </a:solidFill>
              </a:defRPr>
            </a:lvl7pPr>
            <a:lvl8pPr lvl="7" algn="ctr">
              <a:lnSpc>
                <a:spcPct val="100000"/>
              </a:lnSpc>
              <a:spcBef>
                <a:spcPts val="0"/>
              </a:spcBef>
              <a:spcAft>
                <a:spcPts val="0"/>
              </a:spcAft>
              <a:buClr>
                <a:schemeClr val="lt1"/>
              </a:buClr>
              <a:buSzPts val="8000"/>
              <a:buNone/>
              <a:defRPr sz="8000">
                <a:solidFill>
                  <a:schemeClr val="lt1"/>
                </a:solidFill>
              </a:defRPr>
            </a:lvl8pPr>
            <a:lvl9pPr lvl="8" algn="ctr">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Clr>
                <a:schemeClr val="lt1"/>
              </a:buClr>
              <a:buSzPts val="1300"/>
              <a:buChar char="●"/>
              <a:defRPr>
                <a:solidFill>
                  <a:schemeClr val="lt1"/>
                </a:solidFill>
              </a:defRPr>
            </a:lvl1pPr>
            <a:lvl2pPr indent="-298450" lvl="1" marL="914400" algn="ctr">
              <a:lnSpc>
                <a:spcPct val="115000"/>
              </a:lnSpc>
              <a:spcBef>
                <a:spcPts val="0"/>
              </a:spcBef>
              <a:spcAft>
                <a:spcPts val="0"/>
              </a:spcAft>
              <a:buClr>
                <a:schemeClr val="lt1"/>
              </a:buClr>
              <a:buSzPts val="1100"/>
              <a:buChar char="○"/>
              <a:defRPr>
                <a:solidFill>
                  <a:schemeClr val="lt1"/>
                </a:solidFill>
              </a:defRPr>
            </a:lvl2pPr>
            <a:lvl3pPr indent="-298450" lvl="2" marL="1371600" algn="ctr">
              <a:lnSpc>
                <a:spcPct val="115000"/>
              </a:lnSpc>
              <a:spcBef>
                <a:spcPts val="0"/>
              </a:spcBef>
              <a:spcAft>
                <a:spcPts val="0"/>
              </a:spcAft>
              <a:buClr>
                <a:schemeClr val="lt1"/>
              </a:buClr>
              <a:buSzPts val="1100"/>
              <a:buChar char="■"/>
              <a:defRPr>
                <a:solidFill>
                  <a:schemeClr val="lt1"/>
                </a:solidFill>
              </a:defRPr>
            </a:lvl3pPr>
            <a:lvl4pPr indent="-298450" lvl="3" marL="1828800" algn="ctr">
              <a:lnSpc>
                <a:spcPct val="115000"/>
              </a:lnSpc>
              <a:spcBef>
                <a:spcPts val="0"/>
              </a:spcBef>
              <a:spcAft>
                <a:spcPts val="0"/>
              </a:spcAft>
              <a:buClr>
                <a:schemeClr val="lt1"/>
              </a:buClr>
              <a:buSzPts val="1100"/>
              <a:buChar char="●"/>
              <a:defRPr>
                <a:solidFill>
                  <a:schemeClr val="lt1"/>
                </a:solidFill>
              </a:defRPr>
            </a:lvl4pPr>
            <a:lvl5pPr indent="-298450" lvl="4" marL="2286000" algn="ctr">
              <a:lnSpc>
                <a:spcPct val="115000"/>
              </a:lnSpc>
              <a:spcBef>
                <a:spcPts val="0"/>
              </a:spcBef>
              <a:spcAft>
                <a:spcPts val="0"/>
              </a:spcAft>
              <a:buClr>
                <a:schemeClr val="lt1"/>
              </a:buClr>
              <a:buSzPts val="1100"/>
              <a:buChar char="○"/>
              <a:defRPr>
                <a:solidFill>
                  <a:schemeClr val="lt1"/>
                </a:solidFill>
              </a:defRPr>
            </a:lvl5pPr>
            <a:lvl6pPr indent="-298450" lvl="5" marL="2743200" algn="ctr">
              <a:lnSpc>
                <a:spcPct val="115000"/>
              </a:lnSpc>
              <a:spcBef>
                <a:spcPts val="0"/>
              </a:spcBef>
              <a:spcAft>
                <a:spcPts val="0"/>
              </a:spcAft>
              <a:buClr>
                <a:schemeClr val="lt1"/>
              </a:buClr>
              <a:buSzPts val="1100"/>
              <a:buChar char="■"/>
              <a:defRPr>
                <a:solidFill>
                  <a:schemeClr val="lt1"/>
                </a:solidFill>
              </a:defRPr>
            </a:lvl6pPr>
            <a:lvl7pPr indent="-298450" lvl="6" marL="3200400" algn="ctr">
              <a:lnSpc>
                <a:spcPct val="115000"/>
              </a:lnSpc>
              <a:spcBef>
                <a:spcPts val="0"/>
              </a:spcBef>
              <a:spcAft>
                <a:spcPts val="0"/>
              </a:spcAft>
              <a:buClr>
                <a:schemeClr val="lt1"/>
              </a:buClr>
              <a:buSzPts val="1100"/>
              <a:buChar char="●"/>
              <a:defRPr>
                <a:solidFill>
                  <a:schemeClr val="lt1"/>
                </a:solidFill>
              </a:defRPr>
            </a:lvl7pPr>
            <a:lvl8pPr indent="-298450" lvl="7" marL="3657600" algn="ctr">
              <a:lnSpc>
                <a:spcPct val="115000"/>
              </a:lnSpc>
              <a:spcBef>
                <a:spcPts val="0"/>
              </a:spcBef>
              <a:spcAft>
                <a:spcPts val="0"/>
              </a:spcAft>
              <a:buClr>
                <a:schemeClr val="lt1"/>
              </a:buClr>
              <a:buSzPts val="1100"/>
              <a:buChar char="○"/>
              <a:defRPr>
                <a:solidFill>
                  <a:schemeClr val="lt1"/>
                </a:solidFill>
              </a:defRPr>
            </a:lvl8pPr>
            <a:lvl9pPr indent="-298450" lvl="8" marL="4114800" algn="ctr">
              <a:lnSpc>
                <a:spcPct val="115000"/>
              </a:lnSpc>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
  <p:cSld name="セクション見出し">
    <p:spTree>
      <p:nvGrpSpPr>
        <p:cNvPr id="281" name="Shape 28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p:cSld name="タイトルとコンテンツ">
    <p:spTree>
      <p:nvGrpSpPr>
        <p:cNvPr id="282" name="Shape 282"/>
        <p:cNvGrpSpPr/>
        <p:nvPr/>
      </p:nvGrpSpPr>
      <p:grpSpPr>
        <a:xfrm>
          <a:off x="0" y="0"/>
          <a:ext cx="0" cy="0"/>
          <a:chOff x="0" y="0"/>
          <a:chExt cx="0" cy="0"/>
        </a:xfrm>
      </p:grpSpPr>
      <p:sp>
        <p:nvSpPr>
          <p:cNvPr id="283" name="Google Shape;283;p15"/>
          <p:cNvSpPr/>
          <p:nvPr/>
        </p:nvSpPr>
        <p:spPr>
          <a:xfrm>
            <a:off x="7764088" y="4736089"/>
            <a:ext cx="1138800" cy="195600"/>
          </a:xfrm>
          <a:prstGeom prst="rect">
            <a:avLst/>
          </a:prstGeom>
          <a:solidFill>
            <a:srgbClr val="0068B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84" name="Google Shape;284;p15"/>
          <p:cNvCxnSpPr/>
          <p:nvPr/>
        </p:nvCxnSpPr>
        <p:spPr>
          <a:xfrm>
            <a:off x="257695" y="4626037"/>
            <a:ext cx="8645100" cy="0"/>
          </a:xfrm>
          <a:prstGeom prst="straightConnector1">
            <a:avLst/>
          </a:prstGeom>
          <a:noFill/>
          <a:ln cap="flat" cmpd="sng" w="12700">
            <a:solidFill>
              <a:srgbClr val="0068B7"/>
            </a:solidFill>
            <a:prstDash val="solid"/>
            <a:miter lim="800000"/>
            <a:headEnd len="sm" w="sm" type="none"/>
            <a:tailEnd len="sm" w="sm" type="none"/>
          </a:ln>
        </p:spPr>
      </p:cxnSp>
      <p:pic>
        <p:nvPicPr>
          <p:cNvPr id="285" name="Google Shape;285;p15"/>
          <p:cNvPicPr preferRelativeResize="0"/>
          <p:nvPr/>
        </p:nvPicPr>
        <p:blipFill rotWithShape="1">
          <a:blip r:embed="rId2">
            <a:alphaModFix/>
          </a:blip>
          <a:srcRect b="0" l="0" r="0" t="0"/>
          <a:stretch/>
        </p:blipFill>
        <p:spPr>
          <a:xfrm>
            <a:off x="361815" y="4762597"/>
            <a:ext cx="835098" cy="144751"/>
          </a:xfrm>
          <a:prstGeom prst="rect">
            <a:avLst/>
          </a:prstGeom>
          <a:noFill/>
          <a:ln>
            <a:noFill/>
          </a:ln>
        </p:spPr>
      </p:pic>
      <p:sp>
        <p:nvSpPr>
          <p:cNvPr id="286" name="Google Shape;286;p15"/>
          <p:cNvSpPr txBox="1"/>
          <p:nvPr/>
        </p:nvSpPr>
        <p:spPr>
          <a:xfrm>
            <a:off x="1565907" y="4762598"/>
            <a:ext cx="1678800" cy="14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ja" sz="800" u="none" cap="none" strike="noStrike">
                <a:solidFill>
                  <a:schemeClr val="dk1"/>
                </a:solidFill>
                <a:latin typeface="Arial"/>
                <a:ea typeface="Arial"/>
                <a:cs typeface="Arial"/>
                <a:sym typeface="Arial"/>
              </a:rPr>
              <a:t>© LULL.inc All Rights Reserved</a:t>
            </a:r>
            <a:endParaRPr b="0" i="0" sz="800" u="none" cap="none" strike="noStrike">
              <a:solidFill>
                <a:schemeClr val="dk1"/>
              </a:solidFill>
              <a:latin typeface="Arial"/>
              <a:ea typeface="Arial"/>
              <a:cs typeface="Arial"/>
              <a:sym typeface="Arial"/>
            </a:endParaRPr>
          </a:p>
        </p:txBody>
      </p:sp>
      <p:cxnSp>
        <p:nvCxnSpPr>
          <p:cNvPr id="287" name="Google Shape;287;p15"/>
          <p:cNvCxnSpPr/>
          <p:nvPr/>
        </p:nvCxnSpPr>
        <p:spPr>
          <a:xfrm>
            <a:off x="257695" y="735680"/>
            <a:ext cx="8645100" cy="0"/>
          </a:xfrm>
          <a:prstGeom prst="straightConnector1">
            <a:avLst/>
          </a:prstGeom>
          <a:noFill/>
          <a:ln cap="flat" cmpd="sng" w="12700">
            <a:solidFill>
              <a:srgbClr val="0068B7"/>
            </a:solidFill>
            <a:prstDash val="solid"/>
            <a:miter lim="800000"/>
            <a:headEnd len="sm" w="sm" type="none"/>
            <a:tailEnd len="sm" w="sm" type="none"/>
          </a:ln>
        </p:spPr>
      </p:cxnSp>
      <p:sp>
        <p:nvSpPr>
          <p:cNvPr id="288" name="Google Shape;288;p15"/>
          <p:cNvSpPr txBox="1"/>
          <p:nvPr>
            <p:ph type="title"/>
          </p:nvPr>
        </p:nvSpPr>
        <p:spPr>
          <a:xfrm>
            <a:off x="257695" y="273845"/>
            <a:ext cx="8645100" cy="3516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2400"/>
              <a:buFont typeface="Calibri"/>
              <a:buNone/>
              <a:defRPr sz="2400">
                <a:latin typeface="Calibri"/>
                <a:ea typeface="Calibri"/>
                <a:cs typeface="Calibri"/>
                <a:sym typeface="Calib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89" name="Google Shape;289;p15"/>
          <p:cNvSpPr txBox="1"/>
          <p:nvPr>
            <p:ph idx="1" type="body"/>
          </p:nvPr>
        </p:nvSpPr>
        <p:spPr>
          <a:xfrm>
            <a:off x="257695" y="939997"/>
            <a:ext cx="8645100" cy="34677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290" name="Google Shape;290;p15"/>
          <p:cNvSpPr txBox="1"/>
          <p:nvPr>
            <p:ph idx="12" type="sldNum"/>
          </p:nvPr>
        </p:nvSpPr>
        <p:spPr>
          <a:xfrm>
            <a:off x="7764088" y="4736089"/>
            <a:ext cx="1105500" cy="1956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000" u="none" cap="none" strike="noStrike">
                <a:solidFill>
                  <a:schemeClr val="lt1"/>
                </a:solidFill>
                <a:latin typeface="Calibri"/>
                <a:ea typeface="Calibri"/>
                <a:cs typeface="Calibri"/>
                <a:sym typeface="Calibri"/>
              </a:defRPr>
            </a:lvl1pPr>
            <a:lvl2pPr indent="0" lvl="1" marL="0" marR="0" rtl="0" algn="ctr">
              <a:spcBef>
                <a:spcPts val="0"/>
              </a:spcBef>
              <a:buNone/>
              <a:defRPr b="1" i="0" sz="1000" u="none" cap="none" strike="noStrike">
                <a:solidFill>
                  <a:schemeClr val="lt1"/>
                </a:solidFill>
                <a:latin typeface="Calibri"/>
                <a:ea typeface="Calibri"/>
                <a:cs typeface="Calibri"/>
                <a:sym typeface="Calibri"/>
              </a:defRPr>
            </a:lvl2pPr>
            <a:lvl3pPr indent="0" lvl="2" marL="0" marR="0" rtl="0" algn="ctr">
              <a:spcBef>
                <a:spcPts val="0"/>
              </a:spcBef>
              <a:buNone/>
              <a:defRPr b="1" i="0" sz="1000" u="none" cap="none" strike="noStrike">
                <a:solidFill>
                  <a:schemeClr val="lt1"/>
                </a:solidFill>
                <a:latin typeface="Calibri"/>
                <a:ea typeface="Calibri"/>
                <a:cs typeface="Calibri"/>
                <a:sym typeface="Calibri"/>
              </a:defRPr>
            </a:lvl3pPr>
            <a:lvl4pPr indent="0" lvl="3" marL="0" marR="0" rtl="0" algn="ctr">
              <a:spcBef>
                <a:spcPts val="0"/>
              </a:spcBef>
              <a:buNone/>
              <a:defRPr b="1" i="0" sz="1000" u="none" cap="none" strike="noStrike">
                <a:solidFill>
                  <a:schemeClr val="lt1"/>
                </a:solidFill>
                <a:latin typeface="Calibri"/>
                <a:ea typeface="Calibri"/>
                <a:cs typeface="Calibri"/>
                <a:sym typeface="Calibri"/>
              </a:defRPr>
            </a:lvl4pPr>
            <a:lvl5pPr indent="0" lvl="4" marL="0" marR="0" rtl="0" algn="ctr">
              <a:spcBef>
                <a:spcPts val="0"/>
              </a:spcBef>
              <a:buNone/>
              <a:defRPr b="1" i="0" sz="1000" u="none" cap="none" strike="noStrike">
                <a:solidFill>
                  <a:schemeClr val="lt1"/>
                </a:solidFill>
                <a:latin typeface="Calibri"/>
                <a:ea typeface="Calibri"/>
                <a:cs typeface="Calibri"/>
                <a:sym typeface="Calibri"/>
              </a:defRPr>
            </a:lvl5pPr>
            <a:lvl6pPr indent="0" lvl="5" marL="0" marR="0" rtl="0" algn="ctr">
              <a:spcBef>
                <a:spcPts val="0"/>
              </a:spcBef>
              <a:buNone/>
              <a:defRPr b="1" i="0" sz="1000" u="none" cap="none" strike="noStrike">
                <a:solidFill>
                  <a:schemeClr val="lt1"/>
                </a:solidFill>
                <a:latin typeface="Calibri"/>
                <a:ea typeface="Calibri"/>
                <a:cs typeface="Calibri"/>
                <a:sym typeface="Calibri"/>
              </a:defRPr>
            </a:lvl6pPr>
            <a:lvl7pPr indent="0" lvl="6" marL="0" marR="0" rtl="0" algn="ctr">
              <a:spcBef>
                <a:spcPts val="0"/>
              </a:spcBef>
              <a:buNone/>
              <a:defRPr b="1" i="0" sz="1000" u="none" cap="none" strike="noStrike">
                <a:solidFill>
                  <a:schemeClr val="lt1"/>
                </a:solidFill>
                <a:latin typeface="Calibri"/>
                <a:ea typeface="Calibri"/>
                <a:cs typeface="Calibri"/>
                <a:sym typeface="Calibri"/>
              </a:defRPr>
            </a:lvl7pPr>
            <a:lvl8pPr indent="0" lvl="7" marL="0" marR="0" rtl="0" algn="ctr">
              <a:spcBef>
                <a:spcPts val="0"/>
              </a:spcBef>
              <a:buNone/>
              <a:defRPr b="1" i="0" sz="1000" u="none" cap="none" strike="noStrike">
                <a:solidFill>
                  <a:schemeClr val="lt1"/>
                </a:solidFill>
                <a:latin typeface="Calibri"/>
                <a:ea typeface="Calibri"/>
                <a:cs typeface="Calibri"/>
                <a:sym typeface="Calibri"/>
              </a:defRPr>
            </a:lvl8pPr>
            <a:lvl9pPr indent="0" lvl="8" marL="0" marR="0" rtl="0" algn="ctr">
              <a:spcBef>
                <a:spcPts val="0"/>
              </a:spcBef>
              <a:buNone/>
              <a:defRPr b="1" i="0" sz="1000" u="none" cap="none" strike="noStrike">
                <a:solidFill>
                  <a:schemeClr val="lt1"/>
                </a:solidFill>
                <a:latin typeface="Calibri"/>
                <a:ea typeface="Calibri"/>
                <a:cs typeface="Calibri"/>
                <a:sym typeface="Calibri"/>
              </a:defRPr>
            </a:lvl9pPr>
          </a:lstStyle>
          <a:p>
            <a:pPr indent="0" lvl="0" marL="0" rtl="0" algn="ctr">
              <a:spcBef>
                <a:spcPts val="0"/>
              </a:spcBef>
              <a:spcAft>
                <a:spcPts val="0"/>
              </a:spcAft>
              <a:buNone/>
            </a:pPr>
            <a:r>
              <a:rPr lang="ja"/>
              <a:t>P. </a:t>
            </a:r>
            <a:fld id="{00000000-1234-1234-1234-123412341234}" type="slidenum">
              <a:rPr lang="j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p:cSld name="タイトル スライド">
    <p:spTree>
      <p:nvGrpSpPr>
        <p:cNvPr id="291" name="Shape 291"/>
        <p:cNvGrpSpPr/>
        <p:nvPr/>
      </p:nvGrpSpPr>
      <p:grpSpPr>
        <a:xfrm>
          <a:off x="0" y="0"/>
          <a:ext cx="0" cy="0"/>
          <a:chOff x="0" y="0"/>
          <a:chExt cx="0" cy="0"/>
        </a:xfrm>
      </p:grpSpPr>
      <p:sp>
        <p:nvSpPr>
          <p:cNvPr id="292" name="Google Shape;292;p16"/>
          <p:cNvSpPr/>
          <p:nvPr/>
        </p:nvSpPr>
        <p:spPr>
          <a:xfrm>
            <a:off x="7764088" y="4736089"/>
            <a:ext cx="1138800" cy="195600"/>
          </a:xfrm>
          <a:prstGeom prst="rect">
            <a:avLst/>
          </a:prstGeom>
          <a:solidFill>
            <a:srgbClr val="0068B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93" name="Google Shape;293;p16"/>
          <p:cNvCxnSpPr/>
          <p:nvPr/>
        </p:nvCxnSpPr>
        <p:spPr>
          <a:xfrm>
            <a:off x="257695" y="4626037"/>
            <a:ext cx="8645100" cy="0"/>
          </a:xfrm>
          <a:prstGeom prst="straightConnector1">
            <a:avLst/>
          </a:prstGeom>
          <a:noFill/>
          <a:ln cap="flat" cmpd="sng" w="12700">
            <a:solidFill>
              <a:srgbClr val="0068B7"/>
            </a:solidFill>
            <a:prstDash val="solid"/>
            <a:miter lim="800000"/>
            <a:headEnd len="sm" w="sm" type="none"/>
            <a:tailEnd len="sm" w="sm" type="none"/>
          </a:ln>
        </p:spPr>
      </p:cxnSp>
      <p:pic>
        <p:nvPicPr>
          <p:cNvPr id="294" name="Google Shape;294;p16"/>
          <p:cNvPicPr preferRelativeResize="0"/>
          <p:nvPr/>
        </p:nvPicPr>
        <p:blipFill rotWithShape="1">
          <a:blip r:embed="rId2">
            <a:alphaModFix/>
          </a:blip>
          <a:srcRect b="0" l="0" r="0" t="0"/>
          <a:stretch/>
        </p:blipFill>
        <p:spPr>
          <a:xfrm>
            <a:off x="361815" y="4762597"/>
            <a:ext cx="835098" cy="144751"/>
          </a:xfrm>
          <a:prstGeom prst="rect">
            <a:avLst/>
          </a:prstGeom>
          <a:noFill/>
          <a:ln>
            <a:noFill/>
          </a:ln>
        </p:spPr>
      </p:pic>
      <p:sp>
        <p:nvSpPr>
          <p:cNvPr id="295" name="Google Shape;295;p16"/>
          <p:cNvSpPr txBox="1"/>
          <p:nvPr/>
        </p:nvSpPr>
        <p:spPr>
          <a:xfrm>
            <a:off x="1565907" y="4762598"/>
            <a:ext cx="1678800" cy="14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ja" sz="800" u="none" cap="none" strike="noStrike">
                <a:solidFill>
                  <a:schemeClr val="dk1"/>
                </a:solidFill>
                <a:latin typeface="Arial"/>
                <a:ea typeface="Arial"/>
                <a:cs typeface="Arial"/>
                <a:sym typeface="Arial"/>
              </a:rPr>
              <a:t>© LULL.inc All Rights Reserved</a:t>
            </a:r>
            <a:endParaRPr b="0" i="0" sz="800" u="none" cap="none" strike="noStrike">
              <a:solidFill>
                <a:schemeClr val="dk1"/>
              </a:solidFill>
              <a:latin typeface="Arial"/>
              <a:ea typeface="Arial"/>
              <a:cs typeface="Arial"/>
              <a:sym typeface="Arial"/>
            </a:endParaRPr>
          </a:p>
        </p:txBody>
      </p:sp>
      <p:cxnSp>
        <p:nvCxnSpPr>
          <p:cNvPr id="296" name="Google Shape;296;p16"/>
          <p:cNvCxnSpPr/>
          <p:nvPr/>
        </p:nvCxnSpPr>
        <p:spPr>
          <a:xfrm>
            <a:off x="257695" y="735680"/>
            <a:ext cx="8645100" cy="0"/>
          </a:xfrm>
          <a:prstGeom prst="straightConnector1">
            <a:avLst/>
          </a:prstGeom>
          <a:noFill/>
          <a:ln cap="flat" cmpd="sng" w="12700">
            <a:solidFill>
              <a:srgbClr val="0068B7"/>
            </a:solidFill>
            <a:prstDash val="solid"/>
            <a:miter lim="800000"/>
            <a:headEnd len="sm" w="sm" type="none"/>
            <a:tailEnd len="sm" w="sm" type="none"/>
          </a:ln>
        </p:spPr>
      </p:cxnSp>
      <p:sp>
        <p:nvSpPr>
          <p:cNvPr id="297" name="Google Shape;297;p16"/>
          <p:cNvSpPr txBox="1"/>
          <p:nvPr>
            <p:ph type="title"/>
          </p:nvPr>
        </p:nvSpPr>
        <p:spPr>
          <a:xfrm>
            <a:off x="257695" y="273845"/>
            <a:ext cx="8645100" cy="3516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2400"/>
              <a:buFont typeface="Calibri"/>
              <a:buNone/>
              <a:defRPr sz="2400">
                <a:latin typeface="Calibri"/>
                <a:ea typeface="Calibri"/>
                <a:cs typeface="Calibri"/>
                <a:sym typeface="Calib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98" name="Google Shape;298;p16"/>
          <p:cNvSpPr txBox="1"/>
          <p:nvPr>
            <p:ph idx="1" type="body"/>
          </p:nvPr>
        </p:nvSpPr>
        <p:spPr>
          <a:xfrm>
            <a:off x="257695" y="939997"/>
            <a:ext cx="8645100" cy="34677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299" name="Google Shape;299;p16"/>
          <p:cNvSpPr txBox="1"/>
          <p:nvPr>
            <p:ph idx="12" type="sldNum"/>
          </p:nvPr>
        </p:nvSpPr>
        <p:spPr>
          <a:xfrm>
            <a:off x="7764088" y="4736089"/>
            <a:ext cx="1105500" cy="1956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000" u="none" cap="none" strike="noStrike">
                <a:solidFill>
                  <a:schemeClr val="lt1"/>
                </a:solidFill>
                <a:latin typeface="Calibri"/>
                <a:ea typeface="Calibri"/>
                <a:cs typeface="Calibri"/>
                <a:sym typeface="Calibri"/>
              </a:defRPr>
            </a:lvl1pPr>
            <a:lvl2pPr indent="0" lvl="1" marL="0" marR="0" rtl="0" algn="ctr">
              <a:spcBef>
                <a:spcPts val="0"/>
              </a:spcBef>
              <a:buNone/>
              <a:defRPr b="1" i="0" sz="1000" u="none" cap="none" strike="noStrike">
                <a:solidFill>
                  <a:schemeClr val="lt1"/>
                </a:solidFill>
                <a:latin typeface="Calibri"/>
                <a:ea typeface="Calibri"/>
                <a:cs typeface="Calibri"/>
                <a:sym typeface="Calibri"/>
              </a:defRPr>
            </a:lvl2pPr>
            <a:lvl3pPr indent="0" lvl="2" marL="0" marR="0" rtl="0" algn="ctr">
              <a:spcBef>
                <a:spcPts val="0"/>
              </a:spcBef>
              <a:buNone/>
              <a:defRPr b="1" i="0" sz="1000" u="none" cap="none" strike="noStrike">
                <a:solidFill>
                  <a:schemeClr val="lt1"/>
                </a:solidFill>
                <a:latin typeface="Calibri"/>
                <a:ea typeface="Calibri"/>
                <a:cs typeface="Calibri"/>
                <a:sym typeface="Calibri"/>
              </a:defRPr>
            </a:lvl3pPr>
            <a:lvl4pPr indent="0" lvl="3" marL="0" marR="0" rtl="0" algn="ctr">
              <a:spcBef>
                <a:spcPts val="0"/>
              </a:spcBef>
              <a:buNone/>
              <a:defRPr b="1" i="0" sz="1000" u="none" cap="none" strike="noStrike">
                <a:solidFill>
                  <a:schemeClr val="lt1"/>
                </a:solidFill>
                <a:latin typeface="Calibri"/>
                <a:ea typeface="Calibri"/>
                <a:cs typeface="Calibri"/>
                <a:sym typeface="Calibri"/>
              </a:defRPr>
            </a:lvl4pPr>
            <a:lvl5pPr indent="0" lvl="4" marL="0" marR="0" rtl="0" algn="ctr">
              <a:spcBef>
                <a:spcPts val="0"/>
              </a:spcBef>
              <a:buNone/>
              <a:defRPr b="1" i="0" sz="1000" u="none" cap="none" strike="noStrike">
                <a:solidFill>
                  <a:schemeClr val="lt1"/>
                </a:solidFill>
                <a:latin typeface="Calibri"/>
                <a:ea typeface="Calibri"/>
                <a:cs typeface="Calibri"/>
                <a:sym typeface="Calibri"/>
              </a:defRPr>
            </a:lvl5pPr>
            <a:lvl6pPr indent="0" lvl="5" marL="0" marR="0" rtl="0" algn="ctr">
              <a:spcBef>
                <a:spcPts val="0"/>
              </a:spcBef>
              <a:buNone/>
              <a:defRPr b="1" i="0" sz="1000" u="none" cap="none" strike="noStrike">
                <a:solidFill>
                  <a:schemeClr val="lt1"/>
                </a:solidFill>
                <a:latin typeface="Calibri"/>
                <a:ea typeface="Calibri"/>
                <a:cs typeface="Calibri"/>
                <a:sym typeface="Calibri"/>
              </a:defRPr>
            </a:lvl6pPr>
            <a:lvl7pPr indent="0" lvl="6" marL="0" marR="0" rtl="0" algn="ctr">
              <a:spcBef>
                <a:spcPts val="0"/>
              </a:spcBef>
              <a:buNone/>
              <a:defRPr b="1" i="0" sz="1000" u="none" cap="none" strike="noStrike">
                <a:solidFill>
                  <a:schemeClr val="lt1"/>
                </a:solidFill>
                <a:latin typeface="Calibri"/>
                <a:ea typeface="Calibri"/>
                <a:cs typeface="Calibri"/>
                <a:sym typeface="Calibri"/>
              </a:defRPr>
            </a:lvl7pPr>
            <a:lvl8pPr indent="0" lvl="7" marL="0" marR="0" rtl="0" algn="ctr">
              <a:spcBef>
                <a:spcPts val="0"/>
              </a:spcBef>
              <a:buNone/>
              <a:defRPr b="1" i="0" sz="1000" u="none" cap="none" strike="noStrike">
                <a:solidFill>
                  <a:schemeClr val="lt1"/>
                </a:solidFill>
                <a:latin typeface="Calibri"/>
                <a:ea typeface="Calibri"/>
                <a:cs typeface="Calibri"/>
                <a:sym typeface="Calibri"/>
              </a:defRPr>
            </a:lvl8pPr>
            <a:lvl9pPr indent="0" lvl="8" marL="0" marR="0" rtl="0" algn="ctr">
              <a:spcBef>
                <a:spcPts val="0"/>
              </a:spcBef>
              <a:buNone/>
              <a:defRPr b="1" i="0" sz="1000" u="none" cap="none" strike="noStrike">
                <a:solidFill>
                  <a:schemeClr val="lt1"/>
                </a:solidFill>
                <a:latin typeface="Calibri"/>
                <a:ea typeface="Calibri"/>
                <a:cs typeface="Calibri"/>
                <a:sym typeface="Calibri"/>
              </a:defRPr>
            </a:lvl9pPr>
          </a:lstStyle>
          <a:p>
            <a:pPr indent="0" lvl="0" marL="0" rtl="0" algn="ctr">
              <a:spcBef>
                <a:spcPts val="0"/>
              </a:spcBef>
              <a:spcAft>
                <a:spcPts val="0"/>
              </a:spcAft>
              <a:buNone/>
            </a:pPr>
            <a:r>
              <a:rPr lang="ja"/>
              <a:t>P. </a:t>
            </a:r>
            <a:fld id="{00000000-1234-1234-1234-123412341234}" type="slidenum">
              <a:rPr lang="j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つのコンテンツ">
  <p:cSld name="2 つのコンテンツ">
    <p:spTree>
      <p:nvGrpSpPr>
        <p:cNvPr id="300" name="Shape 300"/>
        <p:cNvGrpSpPr/>
        <p:nvPr/>
      </p:nvGrpSpPr>
      <p:grpSpPr>
        <a:xfrm>
          <a:off x="0" y="0"/>
          <a:ext cx="0" cy="0"/>
          <a:chOff x="0" y="0"/>
          <a:chExt cx="0" cy="0"/>
        </a:xfrm>
      </p:grpSpPr>
      <p:sp>
        <p:nvSpPr>
          <p:cNvPr id="301" name="Google Shape;301;p17"/>
          <p:cNvSpPr txBox="1"/>
          <p:nvPr>
            <p:ph idx="1" type="body"/>
          </p:nvPr>
        </p:nvSpPr>
        <p:spPr>
          <a:xfrm>
            <a:off x="257695" y="939979"/>
            <a:ext cx="4089900" cy="34677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302" name="Google Shape;302;p17"/>
          <p:cNvSpPr/>
          <p:nvPr/>
        </p:nvSpPr>
        <p:spPr>
          <a:xfrm>
            <a:off x="7764088" y="4736089"/>
            <a:ext cx="1138800" cy="195600"/>
          </a:xfrm>
          <a:prstGeom prst="rect">
            <a:avLst/>
          </a:prstGeom>
          <a:solidFill>
            <a:srgbClr val="0068B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03" name="Google Shape;303;p17"/>
          <p:cNvCxnSpPr/>
          <p:nvPr/>
        </p:nvCxnSpPr>
        <p:spPr>
          <a:xfrm>
            <a:off x="257695" y="4626037"/>
            <a:ext cx="8645100" cy="0"/>
          </a:xfrm>
          <a:prstGeom prst="straightConnector1">
            <a:avLst/>
          </a:prstGeom>
          <a:noFill/>
          <a:ln cap="flat" cmpd="sng" w="12700">
            <a:solidFill>
              <a:srgbClr val="0068B7"/>
            </a:solidFill>
            <a:prstDash val="solid"/>
            <a:miter lim="800000"/>
            <a:headEnd len="sm" w="sm" type="none"/>
            <a:tailEnd len="sm" w="sm" type="none"/>
          </a:ln>
        </p:spPr>
      </p:cxnSp>
      <p:pic>
        <p:nvPicPr>
          <p:cNvPr id="304" name="Google Shape;304;p17"/>
          <p:cNvPicPr preferRelativeResize="0"/>
          <p:nvPr/>
        </p:nvPicPr>
        <p:blipFill rotWithShape="1">
          <a:blip r:embed="rId2">
            <a:alphaModFix/>
          </a:blip>
          <a:srcRect b="0" l="0" r="0" t="0"/>
          <a:stretch/>
        </p:blipFill>
        <p:spPr>
          <a:xfrm>
            <a:off x="361815" y="4762597"/>
            <a:ext cx="835098" cy="144751"/>
          </a:xfrm>
          <a:prstGeom prst="rect">
            <a:avLst/>
          </a:prstGeom>
          <a:noFill/>
          <a:ln>
            <a:noFill/>
          </a:ln>
        </p:spPr>
      </p:pic>
      <p:sp>
        <p:nvSpPr>
          <p:cNvPr id="305" name="Google Shape;305;p17"/>
          <p:cNvSpPr txBox="1"/>
          <p:nvPr/>
        </p:nvSpPr>
        <p:spPr>
          <a:xfrm>
            <a:off x="1565907" y="4762598"/>
            <a:ext cx="1678800" cy="14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ja" sz="800">
                <a:solidFill>
                  <a:schemeClr val="dk1"/>
                </a:solidFill>
                <a:latin typeface="Arial"/>
                <a:ea typeface="Arial"/>
                <a:cs typeface="Arial"/>
                <a:sym typeface="Arial"/>
              </a:rPr>
              <a:t>© LULL.inc All Rights Reserved</a:t>
            </a:r>
            <a:endParaRPr b="0" sz="800">
              <a:solidFill>
                <a:schemeClr val="dk1"/>
              </a:solidFill>
              <a:latin typeface="Arial"/>
              <a:ea typeface="Arial"/>
              <a:cs typeface="Arial"/>
              <a:sym typeface="Arial"/>
            </a:endParaRPr>
          </a:p>
        </p:txBody>
      </p:sp>
      <p:cxnSp>
        <p:nvCxnSpPr>
          <p:cNvPr id="306" name="Google Shape;306;p17"/>
          <p:cNvCxnSpPr/>
          <p:nvPr/>
        </p:nvCxnSpPr>
        <p:spPr>
          <a:xfrm>
            <a:off x="257695" y="735680"/>
            <a:ext cx="8645100" cy="0"/>
          </a:xfrm>
          <a:prstGeom prst="straightConnector1">
            <a:avLst/>
          </a:prstGeom>
          <a:noFill/>
          <a:ln cap="flat" cmpd="sng" w="12700">
            <a:solidFill>
              <a:srgbClr val="0068B7"/>
            </a:solidFill>
            <a:prstDash val="solid"/>
            <a:miter lim="800000"/>
            <a:headEnd len="sm" w="sm" type="none"/>
            <a:tailEnd len="sm" w="sm" type="none"/>
          </a:ln>
        </p:spPr>
      </p:cxnSp>
      <p:sp>
        <p:nvSpPr>
          <p:cNvPr id="307" name="Google Shape;307;p17"/>
          <p:cNvSpPr txBox="1"/>
          <p:nvPr>
            <p:ph type="title"/>
          </p:nvPr>
        </p:nvSpPr>
        <p:spPr>
          <a:xfrm>
            <a:off x="257695" y="273845"/>
            <a:ext cx="8645100" cy="3516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2400"/>
              <a:buFont typeface="Calibri"/>
              <a:buNone/>
              <a:defRPr sz="2400">
                <a:latin typeface="Calibri"/>
                <a:ea typeface="Calibri"/>
                <a:cs typeface="Calibri"/>
                <a:sym typeface="Calib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08" name="Google Shape;308;p17"/>
          <p:cNvSpPr txBox="1"/>
          <p:nvPr>
            <p:ph idx="12" type="sldNum"/>
          </p:nvPr>
        </p:nvSpPr>
        <p:spPr>
          <a:xfrm>
            <a:off x="7764088" y="4736089"/>
            <a:ext cx="1105500" cy="1956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sz="1000">
                <a:solidFill>
                  <a:schemeClr val="lt1"/>
                </a:solidFill>
                <a:latin typeface="Calibri"/>
                <a:ea typeface="Calibri"/>
                <a:cs typeface="Calibri"/>
                <a:sym typeface="Calibri"/>
              </a:defRPr>
            </a:lvl1pPr>
            <a:lvl2pPr indent="0" lvl="1" marL="0" marR="0" rtl="0" algn="ctr">
              <a:spcBef>
                <a:spcPts val="0"/>
              </a:spcBef>
              <a:buNone/>
              <a:defRPr b="1" sz="1000">
                <a:solidFill>
                  <a:schemeClr val="lt1"/>
                </a:solidFill>
                <a:latin typeface="Calibri"/>
                <a:ea typeface="Calibri"/>
                <a:cs typeface="Calibri"/>
                <a:sym typeface="Calibri"/>
              </a:defRPr>
            </a:lvl2pPr>
            <a:lvl3pPr indent="0" lvl="2" marL="0" marR="0" rtl="0" algn="ctr">
              <a:spcBef>
                <a:spcPts val="0"/>
              </a:spcBef>
              <a:buNone/>
              <a:defRPr b="1" sz="1000">
                <a:solidFill>
                  <a:schemeClr val="lt1"/>
                </a:solidFill>
                <a:latin typeface="Calibri"/>
                <a:ea typeface="Calibri"/>
                <a:cs typeface="Calibri"/>
                <a:sym typeface="Calibri"/>
              </a:defRPr>
            </a:lvl3pPr>
            <a:lvl4pPr indent="0" lvl="3" marL="0" marR="0" rtl="0" algn="ctr">
              <a:spcBef>
                <a:spcPts val="0"/>
              </a:spcBef>
              <a:buNone/>
              <a:defRPr b="1" sz="1000">
                <a:solidFill>
                  <a:schemeClr val="lt1"/>
                </a:solidFill>
                <a:latin typeface="Calibri"/>
                <a:ea typeface="Calibri"/>
                <a:cs typeface="Calibri"/>
                <a:sym typeface="Calibri"/>
              </a:defRPr>
            </a:lvl4pPr>
            <a:lvl5pPr indent="0" lvl="4" marL="0" marR="0" rtl="0" algn="ctr">
              <a:spcBef>
                <a:spcPts val="0"/>
              </a:spcBef>
              <a:buNone/>
              <a:defRPr b="1" sz="1000">
                <a:solidFill>
                  <a:schemeClr val="lt1"/>
                </a:solidFill>
                <a:latin typeface="Calibri"/>
                <a:ea typeface="Calibri"/>
                <a:cs typeface="Calibri"/>
                <a:sym typeface="Calibri"/>
              </a:defRPr>
            </a:lvl5pPr>
            <a:lvl6pPr indent="0" lvl="5" marL="0" marR="0" rtl="0" algn="ctr">
              <a:spcBef>
                <a:spcPts val="0"/>
              </a:spcBef>
              <a:buNone/>
              <a:defRPr b="1" sz="1000">
                <a:solidFill>
                  <a:schemeClr val="lt1"/>
                </a:solidFill>
                <a:latin typeface="Calibri"/>
                <a:ea typeface="Calibri"/>
                <a:cs typeface="Calibri"/>
                <a:sym typeface="Calibri"/>
              </a:defRPr>
            </a:lvl6pPr>
            <a:lvl7pPr indent="0" lvl="6" marL="0" marR="0" rtl="0" algn="ctr">
              <a:spcBef>
                <a:spcPts val="0"/>
              </a:spcBef>
              <a:buNone/>
              <a:defRPr b="1" sz="1000">
                <a:solidFill>
                  <a:schemeClr val="lt1"/>
                </a:solidFill>
                <a:latin typeface="Calibri"/>
                <a:ea typeface="Calibri"/>
                <a:cs typeface="Calibri"/>
                <a:sym typeface="Calibri"/>
              </a:defRPr>
            </a:lvl7pPr>
            <a:lvl8pPr indent="0" lvl="7" marL="0" marR="0" rtl="0" algn="ctr">
              <a:spcBef>
                <a:spcPts val="0"/>
              </a:spcBef>
              <a:buNone/>
              <a:defRPr b="1" sz="1000">
                <a:solidFill>
                  <a:schemeClr val="lt1"/>
                </a:solidFill>
                <a:latin typeface="Calibri"/>
                <a:ea typeface="Calibri"/>
                <a:cs typeface="Calibri"/>
                <a:sym typeface="Calibri"/>
              </a:defRPr>
            </a:lvl8pPr>
            <a:lvl9pPr indent="0" lvl="8" marL="0" marR="0" rtl="0" algn="ctr">
              <a:spcBef>
                <a:spcPts val="0"/>
              </a:spcBef>
              <a:buNone/>
              <a:defRPr b="1" sz="1000">
                <a:solidFill>
                  <a:schemeClr val="lt1"/>
                </a:solidFill>
                <a:latin typeface="Calibri"/>
                <a:ea typeface="Calibri"/>
                <a:cs typeface="Calibri"/>
                <a:sym typeface="Calibri"/>
              </a:defRPr>
            </a:lvl9pPr>
          </a:lstStyle>
          <a:p>
            <a:pPr indent="0" lvl="0" marL="0" rtl="0" algn="ctr">
              <a:spcBef>
                <a:spcPts val="0"/>
              </a:spcBef>
              <a:spcAft>
                <a:spcPts val="0"/>
              </a:spcAft>
              <a:buNone/>
            </a:pPr>
            <a:r>
              <a:rPr lang="ja"/>
              <a:t>P. </a:t>
            </a:r>
            <a:fld id="{00000000-1234-1234-1234-123412341234}" type="slidenum">
              <a:rPr lang="ja"/>
              <a:t>‹#›</a:t>
            </a:fld>
            <a:endParaRPr/>
          </a:p>
        </p:txBody>
      </p:sp>
      <p:sp>
        <p:nvSpPr>
          <p:cNvPr id="309" name="Google Shape;309;p17"/>
          <p:cNvSpPr txBox="1"/>
          <p:nvPr>
            <p:ph idx="2" type="body"/>
          </p:nvPr>
        </p:nvSpPr>
        <p:spPr>
          <a:xfrm>
            <a:off x="4796444" y="939979"/>
            <a:ext cx="4089900" cy="34677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p:cSld name="比較">
    <p:spTree>
      <p:nvGrpSpPr>
        <p:cNvPr id="310" name="Shape 310"/>
        <p:cNvGrpSpPr/>
        <p:nvPr/>
      </p:nvGrpSpPr>
      <p:grpSpPr>
        <a:xfrm>
          <a:off x="0" y="0"/>
          <a:ext cx="0" cy="0"/>
          <a:chOff x="0" y="0"/>
          <a:chExt cx="0" cy="0"/>
        </a:xfrm>
      </p:grpSpPr>
      <p:sp>
        <p:nvSpPr>
          <p:cNvPr id="311" name="Google Shape;311;p18"/>
          <p:cNvSpPr txBox="1"/>
          <p:nvPr>
            <p:ph idx="1" type="body"/>
          </p:nvPr>
        </p:nvSpPr>
        <p:spPr>
          <a:xfrm>
            <a:off x="257694" y="953930"/>
            <a:ext cx="4089900" cy="3117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2000"/>
              <a:buNone/>
              <a:defRPr b="1" sz="20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312" name="Google Shape;312;p18"/>
          <p:cNvSpPr txBox="1"/>
          <p:nvPr>
            <p:ph idx="2" type="body"/>
          </p:nvPr>
        </p:nvSpPr>
        <p:spPr>
          <a:xfrm>
            <a:off x="4796444" y="953930"/>
            <a:ext cx="4106400" cy="3117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2000"/>
              <a:buNone/>
              <a:defRPr b="1" sz="20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313" name="Google Shape;313;p18"/>
          <p:cNvSpPr txBox="1"/>
          <p:nvPr>
            <p:ph idx="3" type="body"/>
          </p:nvPr>
        </p:nvSpPr>
        <p:spPr>
          <a:xfrm>
            <a:off x="257695" y="1402172"/>
            <a:ext cx="4089900" cy="30057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314" name="Google Shape;314;p18"/>
          <p:cNvSpPr/>
          <p:nvPr/>
        </p:nvSpPr>
        <p:spPr>
          <a:xfrm>
            <a:off x="7764088" y="4736089"/>
            <a:ext cx="1138800" cy="195600"/>
          </a:xfrm>
          <a:prstGeom prst="rect">
            <a:avLst/>
          </a:prstGeom>
          <a:solidFill>
            <a:srgbClr val="0068B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15" name="Google Shape;315;p18"/>
          <p:cNvCxnSpPr/>
          <p:nvPr/>
        </p:nvCxnSpPr>
        <p:spPr>
          <a:xfrm>
            <a:off x="257695" y="4626037"/>
            <a:ext cx="8645100" cy="0"/>
          </a:xfrm>
          <a:prstGeom prst="straightConnector1">
            <a:avLst/>
          </a:prstGeom>
          <a:noFill/>
          <a:ln cap="flat" cmpd="sng" w="12700">
            <a:solidFill>
              <a:srgbClr val="0068B7"/>
            </a:solidFill>
            <a:prstDash val="solid"/>
            <a:miter lim="800000"/>
            <a:headEnd len="sm" w="sm" type="none"/>
            <a:tailEnd len="sm" w="sm" type="none"/>
          </a:ln>
        </p:spPr>
      </p:cxnSp>
      <p:pic>
        <p:nvPicPr>
          <p:cNvPr id="316" name="Google Shape;316;p18"/>
          <p:cNvPicPr preferRelativeResize="0"/>
          <p:nvPr/>
        </p:nvPicPr>
        <p:blipFill rotWithShape="1">
          <a:blip r:embed="rId2">
            <a:alphaModFix/>
          </a:blip>
          <a:srcRect b="0" l="0" r="0" t="0"/>
          <a:stretch/>
        </p:blipFill>
        <p:spPr>
          <a:xfrm>
            <a:off x="361815" y="4762597"/>
            <a:ext cx="835098" cy="144751"/>
          </a:xfrm>
          <a:prstGeom prst="rect">
            <a:avLst/>
          </a:prstGeom>
          <a:noFill/>
          <a:ln>
            <a:noFill/>
          </a:ln>
        </p:spPr>
      </p:pic>
      <p:sp>
        <p:nvSpPr>
          <p:cNvPr id="317" name="Google Shape;317;p18"/>
          <p:cNvSpPr txBox="1"/>
          <p:nvPr/>
        </p:nvSpPr>
        <p:spPr>
          <a:xfrm>
            <a:off x="1565907" y="4762598"/>
            <a:ext cx="1678800" cy="14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ja" sz="800">
                <a:solidFill>
                  <a:schemeClr val="dk1"/>
                </a:solidFill>
                <a:latin typeface="Arial"/>
                <a:ea typeface="Arial"/>
                <a:cs typeface="Arial"/>
                <a:sym typeface="Arial"/>
              </a:rPr>
              <a:t>© LULL.inc All Rights Reserved</a:t>
            </a:r>
            <a:endParaRPr b="0" sz="800">
              <a:solidFill>
                <a:schemeClr val="dk1"/>
              </a:solidFill>
              <a:latin typeface="Arial"/>
              <a:ea typeface="Arial"/>
              <a:cs typeface="Arial"/>
              <a:sym typeface="Arial"/>
            </a:endParaRPr>
          </a:p>
        </p:txBody>
      </p:sp>
      <p:cxnSp>
        <p:nvCxnSpPr>
          <p:cNvPr id="318" name="Google Shape;318;p18"/>
          <p:cNvCxnSpPr/>
          <p:nvPr/>
        </p:nvCxnSpPr>
        <p:spPr>
          <a:xfrm>
            <a:off x="257695" y="735680"/>
            <a:ext cx="8645100" cy="0"/>
          </a:xfrm>
          <a:prstGeom prst="straightConnector1">
            <a:avLst/>
          </a:prstGeom>
          <a:noFill/>
          <a:ln cap="flat" cmpd="sng" w="12700">
            <a:solidFill>
              <a:srgbClr val="0068B7"/>
            </a:solidFill>
            <a:prstDash val="solid"/>
            <a:miter lim="800000"/>
            <a:headEnd len="sm" w="sm" type="none"/>
            <a:tailEnd len="sm" w="sm" type="none"/>
          </a:ln>
        </p:spPr>
      </p:cxnSp>
      <p:sp>
        <p:nvSpPr>
          <p:cNvPr id="319" name="Google Shape;319;p18"/>
          <p:cNvSpPr txBox="1"/>
          <p:nvPr>
            <p:ph type="title"/>
          </p:nvPr>
        </p:nvSpPr>
        <p:spPr>
          <a:xfrm>
            <a:off x="257695" y="273845"/>
            <a:ext cx="8645100" cy="3516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2400"/>
              <a:buFont typeface="Calibri"/>
              <a:buNone/>
              <a:defRPr sz="2400">
                <a:latin typeface="Calibri"/>
                <a:ea typeface="Calibri"/>
                <a:cs typeface="Calibri"/>
                <a:sym typeface="Calib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20" name="Google Shape;320;p18"/>
          <p:cNvSpPr txBox="1"/>
          <p:nvPr>
            <p:ph idx="12" type="sldNum"/>
          </p:nvPr>
        </p:nvSpPr>
        <p:spPr>
          <a:xfrm>
            <a:off x="7764088" y="4736089"/>
            <a:ext cx="1105500" cy="1956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sz="1000">
                <a:solidFill>
                  <a:schemeClr val="lt1"/>
                </a:solidFill>
                <a:latin typeface="Calibri"/>
                <a:ea typeface="Calibri"/>
                <a:cs typeface="Calibri"/>
                <a:sym typeface="Calibri"/>
              </a:defRPr>
            </a:lvl1pPr>
            <a:lvl2pPr indent="0" lvl="1" marL="0" marR="0" rtl="0" algn="ctr">
              <a:spcBef>
                <a:spcPts val="0"/>
              </a:spcBef>
              <a:buNone/>
              <a:defRPr b="1" sz="1000">
                <a:solidFill>
                  <a:schemeClr val="lt1"/>
                </a:solidFill>
                <a:latin typeface="Calibri"/>
                <a:ea typeface="Calibri"/>
                <a:cs typeface="Calibri"/>
                <a:sym typeface="Calibri"/>
              </a:defRPr>
            </a:lvl2pPr>
            <a:lvl3pPr indent="0" lvl="2" marL="0" marR="0" rtl="0" algn="ctr">
              <a:spcBef>
                <a:spcPts val="0"/>
              </a:spcBef>
              <a:buNone/>
              <a:defRPr b="1" sz="1000">
                <a:solidFill>
                  <a:schemeClr val="lt1"/>
                </a:solidFill>
                <a:latin typeface="Calibri"/>
                <a:ea typeface="Calibri"/>
                <a:cs typeface="Calibri"/>
                <a:sym typeface="Calibri"/>
              </a:defRPr>
            </a:lvl3pPr>
            <a:lvl4pPr indent="0" lvl="3" marL="0" marR="0" rtl="0" algn="ctr">
              <a:spcBef>
                <a:spcPts val="0"/>
              </a:spcBef>
              <a:buNone/>
              <a:defRPr b="1" sz="1000">
                <a:solidFill>
                  <a:schemeClr val="lt1"/>
                </a:solidFill>
                <a:latin typeface="Calibri"/>
                <a:ea typeface="Calibri"/>
                <a:cs typeface="Calibri"/>
                <a:sym typeface="Calibri"/>
              </a:defRPr>
            </a:lvl4pPr>
            <a:lvl5pPr indent="0" lvl="4" marL="0" marR="0" rtl="0" algn="ctr">
              <a:spcBef>
                <a:spcPts val="0"/>
              </a:spcBef>
              <a:buNone/>
              <a:defRPr b="1" sz="1000">
                <a:solidFill>
                  <a:schemeClr val="lt1"/>
                </a:solidFill>
                <a:latin typeface="Calibri"/>
                <a:ea typeface="Calibri"/>
                <a:cs typeface="Calibri"/>
                <a:sym typeface="Calibri"/>
              </a:defRPr>
            </a:lvl5pPr>
            <a:lvl6pPr indent="0" lvl="5" marL="0" marR="0" rtl="0" algn="ctr">
              <a:spcBef>
                <a:spcPts val="0"/>
              </a:spcBef>
              <a:buNone/>
              <a:defRPr b="1" sz="1000">
                <a:solidFill>
                  <a:schemeClr val="lt1"/>
                </a:solidFill>
                <a:latin typeface="Calibri"/>
                <a:ea typeface="Calibri"/>
                <a:cs typeface="Calibri"/>
                <a:sym typeface="Calibri"/>
              </a:defRPr>
            </a:lvl6pPr>
            <a:lvl7pPr indent="0" lvl="6" marL="0" marR="0" rtl="0" algn="ctr">
              <a:spcBef>
                <a:spcPts val="0"/>
              </a:spcBef>
              <a:buNone/>
              <a:defRPr b="1" sz="1000">
                <a:solidFill>
                  <a:schemeClr val="lt1"/>
                </a:solidFill>
                <a:latin typeface="Calibri"/>
                <a:ea typeface="Calibri"/>
                <a:cs typeface="Calibri"/>
                <a:sym typeface="Calibri"/>
              </a:defRPr>
            </a:lvl7pPr>
            <a:lvl8pPr indent="0" lvl="7" marL="0" marR="0" rtl="0" algn="ctr">
              <a:spcBef>
                <a:spcPts val="0"/>
              </a:spcBef>
              <a:buNone/>
              <a:defRPr b="1" sz="1000">
                <a:solidFill>
                  <a:schemeClr val="lt1"/>
                </a:solidFill>
                <a:latin typeface="Calibri"/>
                <a:ea typeface="Calibri"/>
                <a:cs typeface="Calibri"/>
                <a:sym typeface="Calibri"/>
              </a:defRPr>
            </a:lvl8pPr>
            <a:lvl9pPr indent="0" lvl="8" marL="0" marR="0" rtl="0" algn="ctr">
              <a:spcBef>
                <a:spcPts val="0"/>
              </a:spcBef>
              <a:buNone/>
              <a:defRPr b="1" sz="1000">
                <a:solidFill>
                  <a:schemeClr val="lt1"/>
                </a:solidFill>
                <a:latin typeface="Calibri"/>
                <a:ea typeface="Calibri"/>
                <a:cs typeface="Calibri"/>
                <a:sym typeface="Calibri"/>
              </a:defRPr>
            </a:lvl9pPr>
          </a:lstStyle>
          <a:p>
            <a:pPr indent="0" lvl="0" marL="0" rtl="0" algn="ctr">
              <a:spcBef>
                <a:spcPts val="0"/>
              </a:spcBef>
              <a:spcAft>
                <a:spcPts val="0"/>
              </a:spcAft>
              <a:buNone/>
            </a:pPr>
            <a:r>
              <a:rPr lang="ja"/>
              <a:t>P. </a:t>
            </a:r>
            <a:fld id="{00000000-1234-1234-1234-123412341234}" type="slidenum">
              <a:rPr lang="ja"/>
              <a:t>‹#›</a:t>
            </a:fld>
            <a:endParaRPr/>
          </a:p>
        </p:txBody>
      </p:sp>
      <p:sp>
        <p:nvSpPr>
          <p:cNvPr id="321" name="Google Shape;321;p18"/>
          <p:cNvSpPr txBox="1"/>
          <p:nvPr>
            <p:ph idx="4" type="body"/>
          </p:nvPr>
        </p:nvSpPr>
        <p:spPr>
          <a:xfrm>
            <a:off x="4796444" y="1402172"/>
            <a:ext cx="4089900" cy="30057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type="titleOnly">
  <p:cSld name="TITLE_ONLY">
    <p:spTree>
      <p:nvGrpSpPr>
        <p:cNvPr id="322" name="Shape 322"/>
        <p:cNvGrpSpPr/>
        <p:nvPr/>
      </p:nvGrpSpPr>
      <p:grpSpPr>
        <a:xfrm>
          <a:off x="0" y="0"/>
          <a:ext cx="0" cy="0"/>
          <a:chOff x="0" y="0"/>
          <a:chExt cx="0" cy="0"/>
        </a:xfrm>
      </p:grpSpPr>
      <p:sp>
        <p:nvSpPr>
          <p:cNvPr id="323" name="Google Shape;323;p1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24" name="Google Shape;324;p1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25" name="Google Shape;325;p19"/>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26" name="Google Shape;326;p1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白紙" type="blank">
  <p:cSld name="BLANK">
    <p:spTree>
      <p:nvGrpSpPr>
        <p:cNvPr id="327" name="Shape 327"/>
        <p:cNvGrpSpPr/>
        <p:nvPr/>
      </p:nvGrpSpPr>
      <p:grpSpPr>
        <a:xfrm>
          <a:off x="0" y="0"/>
          <a:ext cx="0" cy="0"/>
          <a:chOff x="0" y="0"/>
          <a:chExt cx="0" cy="0"/>
        </a:xfrm>
      </p:grpSpPr>
      <p:sp>
        <p:nvSpPr>
          <p:cNvPr id="328" name="Google Shape;328;p20"/>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29" name="Google Shape;329;p20"/>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30" name="Google Shape;330;p2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コンテンツ" type="objTx">
  <p:cSld name="OBJECT_WITH_CAPTION_TEXT">
    <p:spTree>
      <p:nvGrpSpPr>
        <p:cNvPr id="331" name="Shape 331"/>
        <p:cNvGrpSpPr/>
        <p:nvPr/>
      </p:nvGrpSpPr>
      <p:grpSpPr>
        <a:xfrm>
          <a:off x="0" y="0"/>
          <a:ext cx="0" cy="0"/>
          <a:chOff x="0" y="0"/>
          <a:chExt cx="0" cy="0"/>
        </a:xfrm>
      </p:grpSpPr>
      <p:sp>
        <p:nvSpPr>
          <p:cNvPr id="332" name="Google Shape;332;p21"/>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dk1"/>
              </a:buClr>
              <a:buSzPts val="3200"/>
              <a:buFont typeface="Calibri"/>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3" name="Google Shape;333;p21"/>
          <p:cNvSpPr txBox="1"/>
          <p:nvPr>
            <p:ph idx="1" type="body"/>
          </p:nvPr>
        </p:nvSpPr>
        <p:spPr>
          <a:xfrm>
            <a:off x="3887391" y="740569"/>
            <a:ext cx="4629300" cy="3655200"/>
          </a:xfrm>
          <a:prstGeom prst="rect">
            <a:avLst/>
          </a:prstGeom>
          <a:noFill/>
          <a:ln>
            <a:noFill/>
          </a:ln>
        </p:spPr>
        <p:txBody>
          <a:bodyPr anchorCtr="0" anchor="t" bIns="45700" lIns="91425" spcFirstLastPara="1" rIns="91425" wrap="square" tIns="45700">
            <a:normAutofit/>
          </a:bodyPr>
          <a:lstStyle>
            <a:lvl1pPr indent="-431800" lvl="0" marL="457200" rtl="0" algn="l">
              <a:lnSpc>
                <a:spcPct val="90000"/>
              </a:lnSpc>
              <a:spcBef>
                <a:spcPts val="1000"/>
              </a:spcBef>
              <a:spcAft>
                <a:spcPts val="0"/>
              </a:spcAft>
              <a:buClr>
                <a:schemeClr val="dk1"/>
              </a:buClr>
              <a:buSzPts val="3200"/>
              <a:buChar char="•"/>
              <a:defRPr sz="3200"/>
            </a:lvl1pPr>
            <a:lvl2pPr indent="-406400" lvl="1" marL="914400" rtl="0" algn="l">
              <a:lnSpc>
                <a:spcPct val="90000"/>
              </a:lnSpc>
              <a:spcBef>
                <a:spcPts val="500"/>
              </a:spcBef>
              <a:spcAft>
                <a:spcPts val="0"/>
              </a:spcAft>
              <a:buClr>
                <a:schemeClr val="dk1"/>
              </a:buClr>
              <a:buSzPts val="2800"/>
              <a:buChar char="•"/>
              <a:defRPr sz="2800"/>
            </a:lvl2pPr>
            <a:lvl3pPr indent="-381000" lvl="2" marL="1371600" rtl="0" algn="l">
              <a:lnSpc>
                <a:spcPct val="90000"/>
              </a:lnSpc>
              <a:spcBef>
                <a:spcPts val="500"/>
              </a:spcBef>
              <a:spcAft>
                <a:spcPts val="0"/>
              </a:spcAft>
              <a:buClr>
                <a:schemeClr val="dk1"/>
              </a:buClr>
              <a:buSzPts val="2400"/>
              <a:buChar char="•"/>
              <a:defRPr sz="2400"/>
            </a:lvl3pPr>
            <a:lvl4pPr indent="-355600" lvl="3" marL="1828800" rtl="0" algn="l">
              <a:lnSpc>
                <a:spcPct val="90000"/>
              </a:lnSpc>
              <a:spcBef>
                <a:spcPts val="500"/>
              </a:spcBef>
              <a:spcAft>
                <a:spcPts val="0"/>
              </a:spcAft>
              <a:buClr>
                <a:schemeClr val="dk1"/>
              </a:buClr>
              <a:buSzPts val="2000"/>
              <a:buChar char="•"/>
              <a:defRPr sz="2000"/>
            </a:lvl4pPr>
            <a:lvl5pPr indent="-355600" lvl="4" marL="2286000" rtl="0" algn="l">
              <a:lnSpc>
                <a:spcPct val="90000"/>
              </a:lnSpc>
              <a:spcBef>
                <a:spcPts val="500"/>
              </a:spcBef>
              <a:spcAft>
                <a:spcPts val="0"/>
              </a:spcAft>
              <a:buClr>
                <a:schemeClr val="dk1"/>
              </a:buClr>
              <a:buSzPts val="2000"/>
              <a:buChar char="•"/>
              <a:defRPr sz="2000"/>
            </a:lvl5pPr>
            <a:lvl6pPr indent="-355600" lvl="5" marL="2743200" rtl="0" algn="l">
              <a:lnSpc>
                <a:spcPct val="90000"/>
              </a:lnSpc>
              <a:spcBef>
                <a:spcPts val="500"/>
              </a:spcBef>
              <a:spcAft>
                <a:spcPts val="0"/>
              </a:spcAft>
              <a:buClr>
                <a:schemeClr val="dk1"/>
              </a:buClr>
              <a:buSzPts val="2000"/>
              <a:buChar char="•"/>
              <a:defRPr sz="2000"/>
            </a:lvl6pPr>
            <a:lvl7pPr indent="-355600" lvl="6" marL="3200400" rtl="0" algn="l">
              <a:lnSpc>
                <a:spcPct val="90000"/>
              </a:lnSpc>
              <a:spcBef>
                <a:spcPts val="500"/>
              </a:spcBef>
              <a:spcAft>
                <a:spcPts val="0"/>
              </a:spcAft>
              <a:buClr>
                <a:schemeClr val="dk1"/>
              </a:buClr>
              <a:buSzPts val="2000"/>
              <a:buChar char="•"/>
              <a:defRPr sz="2000"/>
            </a:lvl7pPr>
            <a:lvl8pPr indent="-355600" lvl="7" marL="3657600" rtl="0" algn="l">
              <a:lnSpc>
                <a:spcPct val="90000"/>
              </a:lnSpc>
              <a:spcBef>
                <a:spcPts val="500"/>
              </a:spcBef>
              <a:spcAft>
                <a:spcPts val="0"/>
              </a:spcAft>
              <a:buClr>
                <a:schemeClr val="dk1"/>
              </a:buClr>
              <a:buSzPts val="2000"/>
              <a:buChar char="•"/>
              <a:defRPr sz="2000"/>
            </a:lvl8pPr>
            <a:lvl9pPr indent="-355600" lvl="8" marL="4114800" rtl="0" algn="l">
              <a:lnSpc>
                <a:spcPct val="90000"/>
              </a:lnSpc>
              <a:spcBef>
                <a:spcPts val="500"/>
              </a:spcBef>
              <a:spcAft>
                <a:spcPts val="0"/>
              </a:spcAft>
              <a:buClr>
                <a:schemeClr val="dk1"/>
              </a:buClr>
              <a:buSzPts val="2000"/>
              <a:buChar char="•"/>
              <a:defRPr sz="2000"/>
            </a:lvl9pPr>
          </a:lstStyle>
          <a:p/>
        </p:txBody>
      </p:sp>
      <p:sp>
        <p:nvSpPr>
          <p:cNvPr id="334" name="Google Shape;334;p21"/>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335" name="Google Shape;335;p21"/>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36" name="Google Shape;336;p21"/>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37" name="Google Shape;337;p21"/>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図" type="picTx">
  <p:cSld name="PICTURE_WITH_CAPTION_TEXT">
    <p:spTree>
      <p:nvGrpSpPr>
        <p:cNvPr id="338" name="Shape 338"/>
        <p:cNvGrpSpPr/>
        <p:nvPr/>
      </p:nvGrpSpPr>
      <p:grpSpPr>
        <a:xfrm>
          <a:off x="0" y="0"/>
          <a:ext cx="0" cy="0"/>
          <a:chOff x="0" y="0"/>
          <a:chExt cx="0" cy="0"/>
        </a:xfrm>
      </p:grpSpPr>
      <p:sp>
        <p:nvSpPr>
          <p:cNvPr id="339" name="Google Shape;339;p22"/>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dk1"/>
              </a:buClr>
              <a:buSzPts val="3200"/>
              <a:buFont typeface="Calibri"/>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0" name="Google Shape;340;p22"/>
          <p:cNvSpPr/>
          <p:nvPr>
            <p:ph idx="2" type="pic"/>
          </p:nvPr>
        </p:nvSpPr>
        <p:spPr>
          <a:xfrm>
            <a:off x="3887391" y="740569"/>
            <a:ext cx="4629300" cy="3655200"/>
          </a:xfrm>
          <a:prstGeom prst="rect">
            <a:avLst/>
          </a:prstGeom>
          <a:noFill/>
          <a:ln>
            <a:noFill/>
          </a:ln>
        </p:spPr>
      </p:sp>
      <p:sp>
        <p:nvSpPr>
          <p:cNvPr id="341" name="Google Shape;341;p22"/>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342" name="Google Shape;342;p22"/>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43" name="Google Shape;343;p22"/>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44" name="Google Shape;344;p2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縦書きテキスト" type="vertTx">
  <p:cSld name="VERTICAL_TEXT">
    <p:spTree>
      <p:nvGrpSpPr>
        <p:cNvPr id="345" name="Shape 345"/>
        <p:cNvGrpSpPr/>
        <p:nvPr/>
      </p:nvGrpSpPr>
      <p:grpSpPr>
        <a:xfrm>
          <a:off x="0" y="0"/>
          <a:ext cx="0" cy="0"/>
          <a:chOff x="0" y="0"/>
          <a:chExt cx="0" cy="0"/>
        </a:xfrm>
      </p:grpSpPr>
      <p:sp>
        <p:nvSpPr>
          <p:cNvPr id="346" name="Google Shape;346;p23"/>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7" name="Google Shape;347;p23"/>
          <p:cNvSpPr txBox="1"/>
          <p:nvPr>
            <p:ph idx="1" type="body"/>
          </p:nvPr>
        </p:nvSpPr>
        <p:spPr>
          <a:xfrm rot="5400000">
            <a:off x="2940300" y="-942431"/>
            <a:ext cx="3263400" cy="78867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348" name="Google Shape;348;p2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49" name="Google Shape;349;p2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50" name="Google Shape;350;p2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縦書きタイトルと&#10;縦書きテキスト" type="vertTitleAndTx">
  <p:cSld name="VERTICAL_TITLE_AND_VERTICAL_TEXT">
    <p:spTree>
      <p:nvGrpSpPr>
        <p:cNvPr id="351" name="Shape 351"/>
        <p:cNvGrpSpPr/>
        <p:nvPr/>
      </p:nvGrpSpPr>
      <p:grpSpPr>
        <a:xfrm>
          <a:off x="0" y="0"/>
          <a:ext cx="0" cy="0"/>
          <a:chOff x="0" y="0"/>
          <a:chExt cx="0" cy="0"/>
        </a:xfrm>
      </p:grpSpPr>
      <p:sp>
        <p:nvSpPr>
          <p:cNvPr id="352" name="Google Shape;352;p24"/>
          <p:cNvSpPr txBox="1"/>
          <p:nvPr>
            <p:ph type="title"/>
          </p:nvPr>
        </p:nvSpPr>
        <p:spPr>
          <a:xfrm rot="5400000">
            <a:off x="5350050" y="1467544"/>
            <a:ext cx="4359000" cy="19716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3" name="Google Shape;353;p24"/>
          <p:cNvSpPr txBox="1"/>
          <p:nvPr>
            <p:ph idx="1" type="body"/>
          </p:nvPr>
        </p:nvSpPr>
        <p:spPr>
          <a:xfrm rot="5400000">
            <a:off x="1349475" y="-447056"/>
            <a:ext cx="4359000" cy="58008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354" name="Google Shape;354;p2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55" name="Google Shape;355;p2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56" name="Google Shape;356;p2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3.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1pPr>
            <a:lvl2pPr lvl="1"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2pPr>
            <a:lvl3pPr lvl="2"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3pPr>
            <a:lvl4pPr lvl="3"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4pPr>
            <a:lvl5pPr lvl="4"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5pPr>
            <a:lvl6pPr lvl="5"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6pPr>
            <a:lvl7pPr lvl="6"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7pPr>
            <a:lvl8pPr lvl="7"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8pPr>
            <a:lvl9pPr lvl="8"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1pPr>
            <a:lvl2pPr indent="-298450" lvl="1" marL="914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2pPr>
            <a:lvl3pPr indent="-298450" lvl="2" marL="1371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3pPr>
            <a:lvl4pPr indent="-298450" lvl="3" marL="1828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8450" lvl="4" marL="22860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5pPr>
            <a:lvl6pPr indent="-298450" lvl="5" marL="27432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6pPr>
            <a:lvl7pPr indent="-298450" lvl="6" marL="3200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7pPr>
            <a:lvl8pPr indent="-298450" lvl="7" marL="3657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8pPr>
            <a:lvl9pPr indent="-298450" lvl="8" marL="4114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p13"/>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275" name="Google Shape;275;p13"/>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6" name="Google Shape;276;p1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7" name="Google Shape;277;p1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8" name="Google Shape;278;p1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r>
              <a:rPr lang="ja"/>
              <a:t>P.</a:t>
            </a:r>
            <a:fld id="{00000000-1234-1234-1234-123412341234}" type="slidenum">
              <a:rPr lang="ja"/>
              <a:t>‹#›</a:t>
            </a:fld>
            <a:endParaRPr sz="1100"/>
          </a:p>
        </p:txBody>
      </p:sp>
      <p:pic>
        <p:nvPicPr>
          <p:cNvPr id="279" name="Google Shape;279;p13"/>
          <p:cNvPicPr preferRelativeResize="0"/>
          <p:nvPr/>
        </p:nvPicPr>
        <p:blipFill rotWithShape="1">
          <a:blip r:embed="rId1">
            <a:alphaModFix/>
          </a:blip>
          <a:srcRect b="0" l="0" r="0" t="0"/>
          <a:stretch/>
        </p:blipFill>
        <p:spPr>
          <a:xfrm>
            <a:off x="0" y="0"/>
            <a:ext cx="9144001" cy="5143500"/>
          </a:xfrm>
          <a:prstGeom prst="rect">
            <a:avLst/>
          </a:prstGeom>
          <a:noFill/>
          <a:ln>
            <a:noFill/>
          </a:ln>
        </p:spPr>
      </p:pic>
      <p:sp>
        <p:nvSpPr>
          <p:cNvPr id="280" name="Google Shape;280;p13"/>
          <p:cNvSpPr/>
          <p:nvPr/>
        </p:nvSpPr>
        <p:spPr>
          <a:xfrm>
            <a:off x="133004" y="102393"/>
            <a:ext cx="8886300" cy="4938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25"/>
          <p:cNvPicPr preferRelativeResize="0"/>
          <p:nvPr/>
        </p:nvPicPr>
        <p:blipFill rotWithShape="1">
          <a:blip r:embed="rId3">
            <a:alphaModFix/>
          </a:blip>
          <a:srcRect b="0" l="0" r="0" t="0"/>
          <a:stretch/>
        </p:blipFill>
        <p:spPr>
          <a:xfrm>
            <a:off x="0" y="935326"/>
            <a:ext cx="6858000" cy="3344284"/>
          </a:xfrm>
          <a:prstGeom prst="rect">
            <a:avLst/>
          </a:prstGeom>
          <a:noFill/>
          <a:ln>
            <a:noFill/>
          </a:ln>
        </p:spPr>
      </p:pic>
      <p:sp>
        <p:nvSpPr>
          <p:cNvPr id="363" name="Google Shape;363;p25"/>
          <p:cNvSpPr txBox="1"/>
          <p:nvPr/>
        </p:nvSpPr>
        <p:spPr>
          <a:xfrm>
            <a:off x="2358750" y="1774625"/>
            <a:ext cx="4426500" cy="80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ja" sz="2300">
                <a:solidFill>
                  <a:schemeClr val="dk1"/>
                </a:solidFill>
                <a:latin typeface="Calibri"/>
                <a:ea typeface="Calibri"/>
                <a:cs typeface="Calibri"/>
                <a:sym typeface="Calibri"/>
              </a:rPr>
              <a:t>[</a:t>
            </a:r>
            <a:r>
              <a:rPr b="1" lang="ja" sz="2300">
                <a:solidFill>
                  <a:schemeClr val="dk1"/>
                </a:solidFill>
                <a:latin typeface="Calibri"/>
                <a:ea typeface="Calibri"/>
                <a:cs typeface="Calibri"/>
                <a:sym typeface="Calibri"/>
              </a:rPr>
              <a:t>Atlas] 簡易SNSシステム開発PJ</a:t>
            </a:r>
            <a:endParaRPr b="1" sz="23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lang="ja" sz="2300">
                <a:solidFill>
                  <a:schemeClr val="dk1"/>
                </a:solidFill>
                <a:latin typeface="Calibri"/>
                <a:ea typeface="Calibri"/>
                <a:cs typeface="Calibri"/>
                <a:sym typeface="Calibri"/>
              </a:rPr>
              <a:t>簡易要件定義書</a:t>
            </a:r>
            <a:endParaRPr b="1" i="0" sz="2300" u="none" cap="none" strike="noStrike">
              <a:solidFill>
                <a:schemeClr val="dk1"/>
              </a:solidFill>
              <a:latin typeface="Calibri"/>
              <a:ea typeface="Calibri"/>
              <a:cs typeface="Calibri"/>
              <a:sym typeface="Calibri"/>
            </a:endParaRPr>
          </a:p>
        </p:txBody>
      </p:sp>
      <p:sp>
        <p:nvSpPr>
          <p:cNvPr id="364" name="Google Shape;364;p25"/>
          <p:cNvSpPr txBox="1"/>
          <p:nvPr/>
        </p:nvSpPr>
        <p:spPr>
          <a:xfrm>
            <a:off x="2425650" y="2643925"/>
            <a:ext cx="42927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ja" sz="1200">
                <a:solidFill>
                  <a:schemeClr val="dk1"/>
                </a:solidFill>
                <a:latin typeface="Calibri"/>
                <a:ea typeface="Calibri"/>
                <a:cs typeface="Calibri"/>
                <a:sym typeface="Calibri"/>
              </a:rPr>
              <a:t>ver.2 (2022.11)</a:t>
            </a:r>
            <a:endParaRPr b="0" i="0" sz="1200" u="none" cap="none" strike="noStrike">
              <a:solidFill>
                <a:srgbClr val="000000"/>
              </a:solidFill>
              <a:latin typeface="Arial"/>
              <a:ea typeface="Arial"/>
              <a:cs typeface="Arial"/>
              <a:sym typeface="Arial"/>
            </a:endParaRPr>
          </a:p>
        </p:txBody>
      </p:sp>
      <p:cxnSp>
        <p:nvCxnSpPr>
          <p:cNvPr id="365" name="Google Shape;365;p25"/>
          <p:cNvCxnSpPr/>
          <p:nvPr/>
        </p:nvCxnSpPr>
        <p:spPr>
          <a:xfrm>
            <a:off x="2407640" y="2571750"/>
            <a:ext cx="4328700" cy="0"/>
          </a:xfrm>
          <a:prstGeom prst="straightConnector1">
            <a:avLst/>
          </a:prstGeom>
          <a:noFill/>
          <a:ln cap="flat" cmpd="sng" w="19050">
            <a:solidFill>
              <a:srgbClr val="0068B7"/>
            </a:solidFill>
            <a:prstDash val="solid"/>
            <a:miter lim="800000"/>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6"/>
          <p:cNvSpPr txBox="1"/>
          <p:nvPr>
            <p:ph type="title"/>
          </p:nvPr>
        </p:nvSpPr>
        <p:spPr>
          <a:xfrm>
            <a:off x="257695" y="273845"/>
            <a:ext cx="8645100" cy="351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68B7"/>
              </a:buClr>
              <a:buSzPts val="3240"/>
              <a:buFont typeface="Calibri"/>
              <a:buNone/>
            </a:pPr>
            <a:r>
              <a:rPr b="1" lang="ja" sz="2600">
                <a:solidFill>
                  <a:srgbClr val="0068B7"/>
                </a:solidFill>
              </a:rPr>
              <a:t>本資料の目的</a:t>
            </a:r>
            <a:endParaRPr sz="2600"/>
          </a:p>
        </p:txBody>
      </p:sp>
      <p:sp>
        <p:nvSpPr>
          <p:cNvPr id="372" name="Google Shape;372;p26"/>
          <p:cNvSpPr txBox="1"/>
          <p:nvPr>
            <p:ph idx="1" type="body"/>
          </p:nvPr>
        </p:nvSpPr>
        <p:spPr>
          <a:xfrm>
            <a:off x="257700" y="2920747"/>
            <a:ext cx="8612100" cy="1421400"/>
          </a:xfrm>
          <a:prstGeom prst="rect">
            <a:avLst/>
          </a:prstGeom>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SzPts val="1600"/>
              <a:buChar char="❖"/>
            </a:pPr>
            <a:r>
              <a:rPr lang="ja" sz="1600"/>
              <a:t>一つのプロジェクトを進めるときに、各種資料が必要になります。</a:t>
            </a:r>
            <a:endParaRPr sz="1600"/>
          </a:p>
          <a:p>
            <a:pPr indent="0" lvl="0" marL="0" rtl="0" algn="l">
              <a:lnSpc>
                <a:spcPct val="100000"/>
              </a:lnSpc>
              <a:spcBef>
                <a:spcPts val="0"/>
              </a:spcBef>
              <a:spcAft>
                <a:spcPts val="0"/>
              </a:spcAft>
              <a:buNone/>
            </a:pPr>
            <a:r>
              <a:t/>
            </a:r>
            <a:endParaRPr sz="1600"/>
          </a:p>
          <a:p>
            <a:pPr indent="-330200" lvl="0" marL="457200" rtl="0" algn="l">
              <a:lnSpc>
                <a:spcPct val="100000"/>
              </a:lnSpc>
              <a:spcBef>
                <a:spcPts val="0"/>
              </a:spcBef>
              <a:spcAft>
                <a:spcPts val="0"/>
              </a:spcAft>
              <a:buSzPts val="1600"/>
              <a:buChar char="❖"/>
            </a:pPr>
            <a:r>
              <a:rPr lang="ja" sz="1600"/>
              <a:t>本資料では、開発プロジェクトの中では「要件定義書類」にあたります。</a:t>
            </a:r>
            <a:br>
              <a:rPr lang="ja" sz="1600"/>
            </a:br>
            <a:r>
              <a:rPr lang="ja" sz="1600"/>
              <a:t>プロジェクトを進めていく上での「決めごと」を明確化することを目的とします。</a:t>
            </a:r>
            <a:endParaRPr sz="1600"/>
          </a:p>
        </p:txBody>
      </p:sp>
      <p:sp>
        <p:nvSpPr>
          <p:cNvPr id="373" name="Google Shape;373;p26"/>
          <p:cNvSpPr/>
          <p:nvPr/>
        </p:nvSpPr>
        <p:spPr>
          <a:xfrm>
            <a:off x="1624625" y="1198925"/>
            <a:ext cx="5894700" cy="1165200"/>
          </a:xfrm>
          <a:prstGeom prst="roundRect">
            <a:avLst>
              <a:gd fmla="val 16667" name="adj"/>
            </a:avLst>
          </a:prstGeom>
          <a:solidFill>
            <a:srgbClr val="0068B7"/>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800"/>
              <a:buFont typeface="Arial"/>
              <a:buNone/>
            </a:pPr>
            <a:r>
              <a:rPr b="1" lang="ja" sz="2300">
                <a:solidFill>
                  <a:schemeClr val="lt1"/>
                </a:solidFill>
                <a:latin typeface="Nunito"/>
                <a:ea typeface="Nunito"/>
                <a:cs typeface="Nunito"/>
                <a:sym typeface="Nunito"/>
              </a:rPr>
              <a:t>システムの開発を行っていく上での</a:t>
            </a:r>
            <a:endParaRPr b="1" sz="2300">
              <a:solidFill>
                <a:schemeClr val="lt1"/>
              </a:solidFill>
              <a:latin typeface="Nunito"/>
              <a:ea typeface="Nunito"/>
              <a:cs typeface="Nunito"/>
              <a:sym typeface="Nunito"/>
            </a:endParaRPr>
          </a:p>
          <a:p>
            <a:pPr indent="0" lvl="0" marL="0" rtl="0" algn="ctr">
              <a:spcBef>
                <a:spcPts val="0"/>
              </a:spcBef>
              <a:spcAft>
                <a:spcPts val="0"/>
              </a:spcAft>
              <a:buClr>
                <a:schemeClr val="dk1"/>
              </a:buClr>
              <a:buSzPts val="1800"/>
              <a:buFont typeface="Arial"/>
              <a:buNone/>
            </a:pPr>
            <a:r>
              <a:rPr b="1" lang="ja" sz="2300">
                <a:solidFill>
                  <a:schemeClr val="lt1"/>
                </a:solidFill>
                <a:latin typeface="Nunito"/>
                <a:ea typeface="Nunito"/>
                <a:cs typeface="Nunito"/>
                <a:sym typeface="Nunito"/>
              </a:rPr>
              <a:t>各種設定を明確化させる。</a:t>
            </a:r>
            <a:endParaRPr sz="2300"/>
          </a:p>
        </p:txBody>
      </p:sp>
      <p:sp>
        <p:nvSpPr>
          <p:cNvPr id="374" name="Google Shape;374;p26"/>
          <p:cNvSpPr/>
          <p:nvPr/>
        </p:nvSpPr>
        <p:spPr>
          <a:xfrm>
            <a:off x="6522517" y="4731647"/>
            <a:ext cx="1105500" cy="195600"/>
          </a:xfrm>
          <a:prstGeom prst="rect">
            <a:avLst/>
          </a:prstGeom>
          <a:solidFill>
            <a:srgbClr val="FF0000"/>
          </a:solidFill>
          <a:ln>
            <a:noFill/>
          </a:ln>
        </p:spPr>
        <p:txBody>
          <a:bodyPr anchorCtr="0" anchor="b" bIns="36000" lIns="91425" spcFirstLastPara="1" rIns="91425" wrap="square" tIns="360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lt1"/>
                </a:solidFill>
                <a:latin typeface="Calibri"/>
                <a:ea typeface="Calibri"/>
                <a:cs typeface="Calibri"/>
                <a:sym typeface="Calibri"/>
              </a:rPr>
              <a:t>Confidential</a:t>
            </a:r>
            <a:endParaRPr b="1" i="0" sz="1000" u="none" cap="none" strike="noStrike">
              <a:solidFill>
                <a:schemeClr val="lt1"/>
              </a:solidFill>
              <a:latin typeface="Calibri"/>
              <a:ea typeface="Calibri"/>
              <a:cs typeface="Calibri"/>
              <a:sym typeface="Calibri"/>
            </a:endParaRPr>
          </a:p>
        </p:txBody>
      </p:sp>
      <p:sp>
        <p:nvSpPr>
          <p:cNvPr id="375" name="Google Shape;375;p26"/>
          <p:cNvSpPr txBox="1"/>
          <p:nvPr>
            <p:ph idx="12" type="sldNum"/>
          </p:nvPr>
        </p:nvSpPr>
        <p:spPr>
          <a:xfrm>
            <a:off x="7764088" y="4736089"/>
            <a:ext cx="1105500" cy="195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ja"/>
              <a:t>P. </a:t>
            </a:r>
            <a:fld id="{00000000-1234-1234-1234-123412341234}" type="slidenum">
              <a:rPr lang="ja"/>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7"/>
          <p:cNvSpPr txBox="1"/>
          <p:nvPr>
            <p:ph idx="1" type="body"/>
          </p:nvPr>
        </p:nvSpPr>
        <p:spPr>
          <a:xfrm>
            <a:off x="257695" y="939997"/>
            <a:ext cx="8645100" cy="3467700"/>
          </a:xfrm>
          <a:prstGeom prst="rect">
            <a:avLst/>
          </a:prstGeom>
        </p:spPr>
        <p:txBody>
          <a:bodyPr anchorCtr="0" anchor="t" bIns="45700" lIns="91425" spcFirstLastPara="1" rIns="91425" wrap="square" tIns="45700">
            <a:normAutofit/>
          </a:bodyPr>
          <a:lstStyle/>
          <a:p>
            <a:pPr indent="-349250" lvl="0" marL="457200" rtl="0" algn="l">
              <a:lnSpc>
                <a:spcPct val="150000"/>
              </a:lnSpc>
              <a:spcBef>
                <a:spcPts val="0"/>
              </a:spcBef>
              <a:spcAft>
                <a:spcPts val="0"/>
              </a:spcAft>
              <a:buClr>
                <a:srgbClr val="424242"/>
              </a:buClr>
              <a:buSzPts val="1900"/>
              <a:buFont typeface="Nunito"/>
              <a:buAutoNum type="arabicPeriod"/>
            </a:pPr>
            <a:r>
              <a:rPr lang="ja" sz="1900">
                <a:solidFill>
                  <a:srgbClr val="424242"/>
                </a:solidFill>
                <a:latin typeface="Nunito"/>
                <a:ea typeface="Nunito"/>
                <a:cs typeface="Nunito"/>
                <a:sym typeface="Nunito"/>
              </a:rPr>
              <a:t>本要件定義書について</a:t>
            </a:r>
            <a:endParaRPr sz="1900">
              <a:solidFill>
                <a:srgbClr val="424242"/>
              </a:solidFill>
              <a:latin typeface="Nunito"/>
              <a:ea typeface="Nunito"/>
              <a:cs typeface="Nunito"/>
              <a:sym typeface="Nunito"/>
            </a:endParaRPr>
          </a:p>
          <a:p>
            <a:pPr indent="-349250" lvl="0" marL="457200" rtl="0" algn="l">
              <a:lnSpc>
                <a:spcPct val="150000"/>
              </a:lnSpc>
              <a:spcBef>
                <a:spcPts val="0"/>
              </a:spcBef>
              <a:spcAft>
                <a:spcPts val="0"/>
              </a:spcAft>
              <a:buClr>
                <a:srgbClr val="424242"/>
              </a:buClr>
              <a:buSzPts val="1900"/>
              <a:buFont typeface="Nunito"/>
              <a:buAutoNum type="arabicPeriod"/>
            </a:pPr>
            <a:r>
              <a:rPr lang="ja" sz="1900">
                <a:solidFill>
                  <a:srgbClr val="424242"/>
                </a:solidFill>
                <a:latin typeface="Nunito"/>
                <a:ea typeface="Nunito"/>
                <a:cs typeface="Nunito"/>
                <a:sym typeface="Nunito"/>
              </a:rPr>
              <a:t>プロジェクトの目的</a:t>
            </a:r>
            <a:endParaRPr sz="1900">
              <a:solidFill>
                <a:srgbClr val="424242"/>
              </a:solidFill>
              <a:latin typeface="Nunito"/>
              <a:ea typeface="Nunito"/>
              <a:cs typeface="Nunito"/>
              <a:sym typeface="Nunito"/>
            </a:endParaRPr>
          </a:p>
          <a:p>
            <a:pPr indent="-349250" lvl="0" marL="457200" rtl="0" algn="l">
              <a:lnSpc>
                <a:spcPct val="150000"/>
              </a:lnSpc>
              <a:spcBef>
                <a:spcPts val="0"/>
              </a:spcBef>
              <a:spcAft>
                <a:spcPts val="0"/>
              </a:spcAft>
              <a:buClr>
                <a:srgbClr val="424242"/>
              </a:buClr>
              <a:buSzPts val="1900"/>
              <a:buFont typeface="Nunito"/>
              <a:buAutoNum type="arabicPeriod"/>
            </a:pPr>
            <a:r>
              <a:rPr lang="ja" sz="1900">
                <a:solidFill>
                  <a:srgbClr val="424242"/>
                </a:solidFill>
                <a:latin typeface="Nunito"/>
                <a:ea typeface="Nunito"/>
                <a:cs typeface="Nunito"/>
                <a:sym typeface="Nunito"/>
              </a:rPr>
              <a:t>プロジェクトスコープ</a:t>
            </a:r>
            <a:endParaRPr sz="1900">
              <a:solidFill>
                <a:srgbClr val="424242"/>
              </a:solidFill>
              <a:latin typeface="Nunito"/>
              <a:ea typeface="Nunito"/>
              <a:cs typeface="Nunito"/>
              <a:sym typeface="Nunito"/>
            </a:endParaRPr>
          </a:p>
          <a:p>
            <a:pPr indent="-349250" lvl="0" marL="457200" rtl="0" algn="l">
              <a:lnSpc>
                <a:spcPct val="150000"/>
              </a:lnSpc>
              <a:spcBef>
                <a:spcPts val="0"/>
              </a:spcBef>
              <a:spcAft>
                <a:spcPts val="0"/>
              </a:spcAft>
              <a:buClr>
                <a:srgbClr val="424242"/>
              </a:buClr>
              <a:buSzPts val="1900"/>
              <a:buFont typeface="Nunito"/>
              <a:buAutoNum type="arabicPeriod"/>
            </a:pPr>
            <a:r>
              <a:rPr lang="ja" sz="1900">
                <a:solidFill>
                  <a:srgbClr val="424242"/>
                </a:solidFill>
                <a:latin typeface="Nunito"/>
                <a:ea typeface="Nunito"/>
                <a:cs typeface="Nunito"/>
                <a:sym typeface="Nunito"/>
              </a:rPr>
              <a:t>プロジェクトを通じて求めるもの</a:t>
            </a:r>
            <a:endParaRPr sz="1900">
              <a:solidFill>
                <a:srgbClr val="424242"/>
              </a:solidFill>
              <a:latin typeface="Nunito"/>
              <a:ea typeface="Nunito"/>
              <a:cs typeface="Nunito"/>
              <a:sym typeface="Nunito"/>
            </a:endParaRPr>
          </a:p>
          <a:p>
            <a:pPr indent="-349250" lvl="0" marL="457200" rtl="0" algn="l">
              <a:lnSpc>
                <a:spcPct val="150000"/>
              </a:lnSpc>
              <a:spcBef>
                <a:spcPts val="0"/>
              </a:spcBef>
              <a:spcAft>
                <a:spcPts val="0"/>
              </a:spcAft>
              <a:buClr>
                <a:srgbClr val="424242"/>
              </a:buClr>
              <a:buSzPts val="1900"/>
              <a:buFont typeface="Nunito"/>
              <a:buAutoNum type="arabicPeriod"/>
            </a:pPr>
            <a:r>
              <a:rPr lang="ja" sz="1900">
                <a:solidFill>
                  <a:srgbClr val="424242"/>
                </a:solidFill>
                <a:latin typeface="Nunito"/>
                <a:ea typeface="Nunito"/>
                <a:cs typeface="Nunito"/>
                <a:sym typeface="Nunito"/>
              </a:rPr>
              <a:t>インフラ要件</a:t>
            </a:r>
            <a:endParaRPr sz="1900">
              <a:solidFill>
                <a:srgbClr val="424242"/>
              </a:solidFill>
              <a:latin typeface="Nunito"/>
              <a:ea typeface="Nunito"/>
              <a:cs typeface="Nunito"/>
              <a:sym typeface="Nunito"/>
            </a:endParaRPr>
          </a:p>
          <a:p>
            <a:pPr indent="-349250" lvl="0" marL="457200" rtl="0" algn="l">
              <a:lnSpc>
                <a:spcPct val="150000"/>
              </a:lnSpc>
              <a:spcBef>
                <a:spcPts val="0"/>
              </a:spcBef>
              <a:spcAft>
                <a:spcPts val="0"/>
              </a:spcAft>
              <a:buClr>
                <a:srgbClr val="424242"/>
              </a:buClr>
              <a:buSzPts val="1900"/>
              <a:buFont typeface="Nunito"/>
              <a:buAutoNum type="arabicPeriod"/>
            </a:pPr>
            <a:r>
              <a:rPr lang="ja" sz="1900">
                <a:solidFill>
                  <a:srgbClr val="424242"/>
                </a:solidFill>
                <a:latin typeface="Nunito"/>
                <a:ea typeface="Nunito"/>
                <a:cs typeface="Nunito"/>
                <a:sym typeface="Nunito"/>
              </a:rPr>
              <a:t>テスト方法について</a:t>
            </a:r>
            <a:endParaRPr sz="1900">
              <a:solidFill>
                <a:srgbClr val="424242"/>
              </a:solidFill>
              <a:latin typeface="Nunito"/>
              <a:ea typeface="Nunito"/>
              <a:cs typeface="Nunito"/>
              <a:sym typeface="Nunito"/>
            </a:endParaRPr>
          </a:p>
          <a:p>
            <a:pPr indent="-349250" lvl="0" marL="457200" rtl="0" algn="l">
              <a:lnSpc>
                <a:spcPct val="150000"/>
              </a:lnSpc>
              <a:spcBef>
                <a:spcPts val="0"/>
              </a:spcBef>
              <a:spcAft>
                <a:spcPts val="0"/>
              </a:spcAft>
              <a:buClr>
                <a:srgbClr val="424242"/>
              </a:buClr>
              <a:buSzPts val="1900"/>
              <a:buFont typeface="Nunito"/>
              <a:buAutoNum type="arabicPeriod"/>
            </a:pPr>
            <a:r>
              <a:rPr lang="ja" sz="1900">
                <a:solidFill>
                  <a:srgbClr val="424242"/>
                </a:solidFill>
                <a:latin typeface="Nunito"/>
                <a:ea typeface="Nunito"/>
                <a:cs typeface="Nunito"/>
                <a:sym typeface="Nunito"/>
              </a:rPr>
              <a:t>課題クリア条件</a:t>
            </a:r>
            <a:endParaRPr/>
          </a:p>
        </p:txBody>
      </p:sp>
      <p:sp>
        <p:nvSpPr>
          <p:cNvPr id="381" name="Google Shape;381;p27"/>
          <p:cNvSpPr txBox="1"/>
          <p:nvPr>
            <p:ph type="title"/>
          </p:nvPr>
        </p:nvSpPr>
        <p:spPr>
          <a:xfrm>
            <a:off x="257695" y="273845"/>
            <a:ext cx="8645100" cy="351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68B7"/>
              </a:buClr>
              <a:buSzPts val="3240"/>
              <a:buFont typeface="Calibri"/>
              <a:buNone/>
            </a:pPr>
            <a:r>
              <a:rPr b="1" lang="ja" sz="2600">
                <a:solidFill>
                  <a:srgbClr val="0068B7"/>
                </a:solidFill>
              </a:rPr>
              <a:t>目次</a:t>
            </a:r>
            <a:endParaRPr sz="2600"/>
          </a:p>
        </p:txBody>
      </p:sp>
      <p:sp>
        <p:nvSpPr>
          <p:cNvPr id="382" name="Google Shape;382;p27"/>
          <p:cNvSpPr/>
          <p:nvPr/>
        </p:nvSpPr>
        <p:spPr>
          <a:xfrm>
            <a:off x="6522517" y="4731647"/>
            <a:ext cx="1105500" cy="195600"/>
          </a:xfrm>
          <a:prstGeom prst="rect">
            <a:avLst/>
          </a:prstGeom>
          <a:solidFill>
            <a:srgbClr val="FF0000"/>
          </a:solidFill>
          <a:ln>
            <a:noFill/>
          </a:ln>
        </p:spPr>
        <p:txBody>
          <a:bodyPr anchorCtr="0" anchor="b" bIns="36000" lIns="91425" spcFirstLastPara="1" rIns="91425" wrap="square" tIns="360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lt1"/>
                </a:solidFill>
                <a:latin typeface="Calibri"/>
                <a:ea typeface="Calibri"/>
                <a:cs typeface="Calibri"/>
                <a:sym typeface="Calibri"/>
              </a:rPr>
              <a:t>Confidential</a:t>
            </a:r>
            <a:endParaRPr b="1" i="0" sz="1000" u="none" cap="none" strike="noStrike">
              <a:solidFill>
                <a:schemeClr val="lt1"/>
              </a:solidFill>
              <a:latin typeface="Calibri"/>
              <a:ea typeface="Calibri"/>
              <a:cs typeface="Calibri"/>
              <a:sym typeface="Calibri"/>
            </a:endParaRPr>
          </a:p>
        </p:txBody>
      </p:sp>
      <p:sp>
        <p:nvSpPr>
          <p:cNvPr id="383" name="Google Shape;383;p27"/>
          <p:cNvSpPr txBox="1"/>
          <p:nvPr>
            <p:ph idx="12" type="sldNum"/>
          </p:nvPr>
        </p:nvSpPr>
        <p:spPr>
          <a:xfrm>
            <a:off x="7764088" y="4736089"/>
            <a:ext cx="1105500" cy="195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ja"/>
              <a:t>P. </a:t>
            </a:r>
            <a:fld id="{00000000-1234-1234-1234-123412341234}" type="slidenum">
              <a:rPr lang="ja"/>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8"/>
          <p:cNvSpPr txBox="1"/>
          <p:nvPr>
            <p:ph idx="1" type="body"/>
          </p:nvPr>
        </p:nvSpPr>
        <p:spPr>
          <a:xfrm>
            <a:off x="257695" y="939997"/>
            <a:ext cx="8645100" cy="3467700"/>
          </a:xfrm>
          <a:prstGeom prst="rect">
            <a:avLst/>
          </a:prstGeom>
        </p:spPr>
        <p:txBody>
          <a:bodyPr anchorCtr="0" anchor="t" bIns="45700" lIns="91425" spcFirstLastPara="1" rIns="91425" wrap="square" tIns="45700">
            <a:normAutofit fontScale="85000"/>
          </a:bodyPr>
          <a:lstStyle/>
          <a:p>
            <a:pPr indent="-331153" lvl="0" marL="457200" rtl="0" algn="l">
              <a:lnSpc>
                <a:spcPct val="150000"/>
              </a:lnSpc>
              <a:spcBef>
                <a:spcPts val="0"/>
              </a:spcBef>
              <a:spcAft>
                <a:spcPts val="0"/>
              </a:spcAft>
              <a:buClr>
                <a:srgbClr val="0068B7"/>
              </a:buClr>
              <a:buSzPct val="100000"/>
              <a:buFont typeface="Nunito"/>
              <a:buChar char="❖"/>
            </a:pPr>
            <a:r>
              <a:rPr b="1" lang="ja" sz="1900">
                <a:solidFill>
                  <a:srgbClr val="0068B7"/>
                </a:solidFill>
                <a:latin typeface="Nunito"/>
                <a:ea typeface="Nunito"/>
                <a:cs typeface="Nunito"/>
                <a:sym typeface="Nunito"/>
              </a:rPr>
              <a:t>要件定義書でまとめるもの</a:t>
            </a:r>
            <a:endParaRPr b="1" sz="1900">
              <a:solidFill>
                <a:srgbClr val="0068B7"/>
              </a:solidFill>
              <a:latin typeface="Nunito"/>
              <a:ea typeface="Nunito"/>
              <a:cs typeface="Nunito"/>
              <a:sym typeface="Nunito"/>
            </a:endParaRPr>
          </a:p>
          <a:p>
            <a:pPr indent="-331153" lvl="1" marL="914400" rtl="0" algn="l">
              <a:lnSpc>
                <a:spcPct val="150000"/>
              </a:lnSpc>
              <a:spcBef>
                <a:spcPts val="0"/>
              </a:spcBef>
              <a:spcAft>
                <a:spcPts val="0"/>
              </a:spcAft>
              <a:buClr>
                <a:srgbClr val="424242"/>
              </a:buClr>
              <a:buSzPct val="100000"/>
              <a:buFont typeface="Nunito"/>
              <a:buChar char="➢"/>
            </a:pPr>
            <a:r>
              <a:rPr lang="ja" sz="1900">
                <a:solidFill>
                  <a:srgbClr val="424242"/>
                </a:solidFill>
                <a:latin typeface="Nunito"/>
                <a:ea typeface="Nunito"/>
                <a:cs typeface="Nunito"/>
                <a:sym typeface="Nunito"/>
              </a:rPr>
              <a:t>本プロジェクトで「実施すること」と「実施しないこと」を明確にした資料</a:t>
            </a:r>
            <a:endParaRPr sz="1900">
              <a:solidFill>
                <a:srgbClr val="424242"/>
              </a:solidFill>
              <a:latin typeface="Nunito"/>
              <a:ea typeface="Nunito"/>
              <a:cs typeface="Nunito"/>
              <a:sym typeface="Nunito"/>
            </a:endParaRPr>
          </a:p>
          <a:p>
            <a:pPr indent="-331153" lvl="1" marL="914400" rtl="0" algn="l">
              <a:lnSpc>
                <a:spcPct val="150000"/>
              </a:lnSpc>
              <a:spcBef>
                <a:spcPts val="0"/>
              </a:spcBef>
              <a:spcAft>
                <a:spcPts val="0"/>
              </a:spcAft>
              <a:buClr>
                <a:srgbClr val="424242"/>
              </a:buClr>
              <a:buSzPct val="100000"/>
              <a:buFont typeface="Nunito"/>
              <a:buChar char="➢"/>
            </a:pPr>
            <a:r>
              <a:rPr lang="ja" sz="1900">
                <a:solidFill>
                  <a:srgbClr val="424242"/>
                </a:solidFill>
                <a:latin typeface="Nunito"/>
                <a:ea typeface="Nunito"/>
                <a:cs typeface="Nunito"/>
                <a:sym typeface="Nunito"/>
              </a:rPr>
              <a:t>また、本プロジェクトで実施することの「実施方法」</a:t>
            </a:r>
            <a:endParaRPr sz="1900">
              <a:solidFill>
                <a:srgbClr val="424242"/>
              </a:solidFill>
              <a:latin typeface="Nunito"/>
              <a:ea typeface="Nunito"/>
              <a:cs typeface="Nunito"/>
              <a:sym typeface="Nunito"/>
            </a:endParaRPr>
          </a:p>
          <a:p>
            <a:pPr indent="0" lvl="0" marL="0" rtl="0" algn="l">
              <a:lnSpc>
                <a:spcPct val="150000"/>
              </a:lnSpc>
              <a:spcBef>
                <a:spcPts val="0"/>
              </a:spcBef>
              <a:spcAft>
                <a:spcPts val="0"/>
              </a:spcAft>
              <a:buNone/>
            </a:pPr>
            <a:r>
              <a:t/>
            </a:r>
            <a:endParaRPr sz="1900">
              <a:solidFill>
                <a:srgbClr val="424242"/>
              </a:solidFill>
              <a:latin typeface="Nunito"/>
              <a:ea typeface="Nunito"/>
              <a:cs typeface="Nunito"/>
              <a:sym typeface="Nunito"/>
            </a:endParaRPr>
          </a:p>
          <a:p>
            <a:pPr indent="-331153" lvl="0" marL="457200" rtl="0" algn="l">
              <a:lnSpc>
                <a:spcPct val="150000"/>
              </a:lnSpc>
              <a:spcBef>
                <a:spcPts val="0"/>
              </a:spcBef>
              <a:spcAft>
                <a:spcPts val="0"/>
              </a:spcAft>
              <a:buClr>
                <a:srgbClr val="0068B7"/>
              </a:buClr>
              <a:buSzPct val="100000"/>
              <a:buFont typeface="Nunito"/>
              <a:buChar char="❖"/>
            </a:pPr>
            <a:r>
              <a:rPr b="1" lang="ja" sz="1900">
                <a:solidFill>
                  <a:srgbClr val="0068B7"/>
                </a:solidFill>
                <a:latin typeface="Nunito"/>
                <a:ea typeface="Nunito"/>
                <a:cs typeface="Nunito"/>
                <a:sym typeface="Nunito"/>
              </a:rPr>
              <a:t>プロジェクトで利用するその他資料</a:t>
            </a:r>
            <a:endParaRPr b="1" sz="1900">
              <a:solidFill>
                <a:srgbClr val="0068B7"/>
              </a:solidFill>
              <a:latin typeface="Nunito"/>
              <a:ea typeface="Nunito"/>
              <a:cs typeface="Nunito"/>
              <a:sym typeface="Nunito"/>
            </a:endParaRPr>
          </a:p>
          <a:p>
            <a:pPr indent="-331153" lvl="1" marL="914400" rtl="0" algn="l">
              <a:lnSpc>
                <a:spcPct val="150000"/>
              </a:lnSpc>
              <a:spcBef>
                <a:spcPts val="0"/>
              </a:spcBef>
              <a:spcAft>
                <a:spcPts val="0"/>
              </a:spcAft>
              <a:buClr>
                <a:srgbClr val="424242"/>
              </a:buClr>
              <a:buSzPct val="100000"/>
              <a:buFont typeface="Nunito"/>
              <a:buChar char="➢"/>
            </a:pPr>
            <a:r>
              <a:rPr lang="ja" sz="1900">
                <a:solidFill>
                  <a:srgbClr val="424242"/>
                </a:solidFill>
                <a:latin typeface="Nunito"/>
                <a:ea typeface="Nunito"/>
                <a:cs typeface="Nunito"/>
                <a:sym typeface="Nunito"/>
              </a:rPr>
              <a:t>簡易基本設計書</a:t>
            </a:r>
            <a:endParaRPr sz="1900">
              <a:solidFill>
                <a:srgbClr val="424242"/>
              </a:solidFill>
              <a:latin typeface="Nunito"/>
              <a:ea typeface="Nunito"/>
              <a:cs typeface="Nunito"/>
              <a:sym typeface="Nunito"/>
            </a:endParaRPr>
          </a:p>
          <a:p>
            <a:pPr indent="-331152" lvl="2" marL="1371600" rtl="0" algn="l">
              <a:lnSpc>
                <a:spcPct val="150000"/>
              </a:lnSpc>
              <a:spcBef>
                <a:spcPts val="0"/>
              </a:spcBef>
              <a:spcAft>
                <a:spcPts val="0"/>
              </a:spcAft>
              <a:buClr>
                <a:srgbClr val="424242"/>
              </a:buClr>
              <a:buSzPct val="100000"/>
              <a:buFont typeface="Nunito"/>
              <a:buChar char="■"/>
            </a:pPr>
            <a:r>
              <a:rPr lang="ja" sz="1900">
                <a:solidFill>
                  <a:srgbClr val="424242"/>
                </a:solidFill>
                <a:latin typeface="Nunito"/>
                <a:ea typeface="Nunito"/>
                <a:cs typeface="Nunito"/>
                <a:sym typeface="Nunito"/>
              </a:rPr>
              <a:t>DB設計 / ページ遷移図 / システム概要図 / 基本機能一覧 / etc…</a:t>
            </a:r>
            <a:endParaRPr sz="1900">
              <a:solidFill>
                <a:srgbClr val="424242"/>
              </a:solidFill>
              <a:latin typeface="Nunito"/>
              <a:ea typeface="Nunito"/>
              <a:cs typeface="Nunito"/>
              <a:sym typeface="Nunito"/>
            </a:endParaRPr>
          </a:p>
          <a:p>
            <a:pPr indent="-331153" lvl="1" marL="914400" rtl="0" algn="l">
              <a:lnSpc>
                <a:spcPct val="150000"/>
              </a:lnSpc>
              <a:spcBef>
                <a:spcPts val="0"/>
              </a:spcBef>
              <a:spcAft>
                <a:spcPts val="0"/>
              </a:spcAft>
              <a:buClr>
                <a:srgbClr val="424242"/>
              </a:buClr>
              <a:buSzPct val="100000"/>
              <a:buFont typeface="Nunito"/>
              <a:buChar char="➢"/>
            </a:pPr>
            <a:r>
              <a:rPr lang="ja" sz="1900">
                <a:solidFill>
                  <a:srgbClr val="424242"/>
                </a:solidFill>
                <a:latin typeface="Nunito"/>
                <a:ea typeface="Nunito"/>
                <a:cs typeface="Nunito"/>
                <a:sym typeface="Nunito"/>
              </a:rPr>
              <a:t>タスクリスト</a:t>
            </a:r>
            <a:endParaRPr sz="1900">
              <a:solidFill>
                <a:srgbClr val="424242"/>
              </a:solidFill>
              <a:latin typeface="Nunito"/>
              <a:ea typeface="Nunito"/>
              <a:cs typeface="Nunito"/>
              <a:sym typeface="Nunito"/>
            </a:endParaRPr>
          </a:p>
          <a:p>
            <a:pPr indent="-331153" lvl="1" marL="914400" rtl="0" algn="l">
              <a:lnSpc>
                <a:spcPct val="150000"/>
              </a:lnSpc>
              <a:spcBef>
                <a:spcPts val="0"/>
              </a:spcBef>
              <a:spcAft>
                <a:spcPts val="0"/>
              </a:spcAft>
              <a:buClr>
                <a:srgbClr val="424242"/>
              </a:buClr>
              <a:buSzPct val="100000"/>
              <a:buFont typeface="Nunito"/>
              <a:buChar char="➢"/>
            </a:pPr>
            <a:r>
              <a:rPr lang="ja" sz="1900">
                <a:solidFill>
                  <a:srgbClr val="424242"/>
                </a:solidFill>
                <a:latin typeface="Nunito"/>
                <a:ea typeface="Nunito"/>
                <a:cs typeface="Nunito"/>
                <a:sym typeface="Nunito"/>
              </a:rPr>
              <a:t>環境開発手順書</a:t>
            </a:r>
            <a:endParaRPr sz="1900">
              <a:solidFill>
                <a:srgbClr val="424242"/>
              </a:solidFill>
              <a:latin typeface="Nunito"/>
              <a:ea typeface="Nunito"/>
              <a:cs typeface="Nunito"/>
              <a:sym typeface="Nunito"/>
            </a:endParaRPr>
          </a:p>
        </p:txBody>
      </p:sp>
      <p:sp>
        <p:nvSpPr>
          <p:cNvPr id="389" name="Google Shape;389;p28"/>
          <p:cNvSpPr txBox="1"/>
          <p:nvPr>
            <p:ph type="title"/>
          </p:nvPr>
        </p:nvSpPr>
        <p:spPr>
          <a:xfrm>
            <a:off x="257695" y="273845"/>
            <a:ext cx="8645100" cy="351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ja" sz="2600">
                <a:solidFill>
                  <a:srgbClr val="0068B7"/>
                </a:solidFill>
              </a:rPr>
              <a:t>1.本要件定義書について</a:t>
            </a:r>
            <a:endParaRPr b="1" sz="2600">
              <a:solidFill>
                <a:srgbClr val="0068B7"/>
              </a:solidFill>
            </a:endParaRPr>
          </a:p>
          <a:p>
            <a:pPr indent="0" lvl="0" marL="0" rtl="0" algn="l">
              <a:lnSpc>
                <a:spcPct val="90000"/>
              </a:lnSpc>
              <a:spcBef>
                <a:spcPts val="0"/>
              </a:spcBef>
              <a:spcAft>
                <a:spcPts val="0"/>
              </a:spcAft>
              <a:buClr>
                <a:srgbClr val="0068B7"/>
              </a:buClr>
              <a:buSzPts val="3240"/>
              <a:buFont typeface="Calibri"/>
              <a:buNone/>
            </a:pPr>
            <a:r>
              <a:t/>
            </a:r>
            <a:endParaRPr b="1" sz="2600">
              <a:solidFill>
                <a:srgbClr val="0068B7"/>
              </a:solidFill>
            </a:endParaRPr>
          </a:p>
        </p:txBody>
      </p:sp>
      <p:sp>
        <p:nvSpPr>
          <p:cNvPr id="390" name="Google Shape;390;p28"/>
          <p:cNvSpPr/>
          <p:nvPr/>
        </p:nvSpPr>
        <p:spPr>
          <a:xfrm>
            <a:off x="6522517" y="4731647"/>
            <a:ext cx="1105500" cy="195600"/>
          </a:xfrm>
          <a:prstGeom prst="rect">
            <a:avLst/>
          </a:prstGeom>
          <a:solidFill>
            <a:srgbClr val="FF0000"/>
          </a:solidFill>
          <a:ln>
            <a:noFill/>
          </a:ln>
        </p:spPr>
        <p:txBody>
          <a:bodyPr anchorCtr="0" anchor="b" bIns="36000" lIns="91425" spcFirstLastPara="1" rIns="91425" wrap="square" tIns="360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lt1"/>
                </a:solidFill>
                <a:latin typeface="Calibri"/>
                <a:ea typeface="Calibri"/>
                <a:cs typeface="Calibri"/>
                <a:sym typeface="Calibri"/>
              </a:rPr>
              <a:t>Confidential</a:t>
            </a:r>
            <a:endParaRPr b="1" i="0" sz="1000" u="none" cap="none" strike="noStrike">
              <a:solidFill>
                <a:schemeClr val="lt1"/>
              </a:solidFill>
              <a:latin typeface="Calibri"/>
              <a:ea typeface="Calibri"/>
              <a:cs typeface="Calibri"/>
              <a:sym typeface="Calibri"/>
            </a:endParaRPr>
          </a:p>
        </p:txBody>
      </p:sp>
      <p:sp>
        <p:nvSpPr>
          <p:cNvPr id="391" name="Google Shape;391;p28"/>
          <p:cNvSpPr txBox="1"/>
          <p:nvPr>
            <p:ph idx="12" type="sldNum"/>
          </p:nvPr>
        </p:nvSpPr>
        <p:spPr>
          <a:xfrm>
            <a:off x="7764088" y="4736089"/>
            <a:ext cx="1105500" cy="195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ja"/>
              <a:t>P. </a:t>
            </a:r>
            <a:fld id="{00000000-1234-1234-1234-123412341234}" type="slidenum">
              <a:rPr lang="ja"/>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9"/>
          <p:cNvSpPr txBox="1"/>
          <p:nvPr>
            <p:ph idx="1" type="body"/>
          </p:nvPr>
        </p:nvSpPr>
        <p:spPr>
          <a:xfrm>
            <a:off x="257695" y="939997"/>
            <a:ext cx="8645100" cy="3467700"/>
          </a:xfrm>
          <a:prstGeom prst="rect">
            <a:avLst/>
          </a:prstGeom>
        </p:spPr>
        <p:txBody>
          <a:bodyPr anchorCtr="0" anchor="t" bIns="45700" lIns="91425" spcFirstLastPara="1" rIns="91425" wrap="square" tIns="45700">
            <a:normAutofit fontScale="85000" lnSpcReduction="10000"/>
          </a:bodyPr>
          <a:lstStyle/>
          <a:p>
            <a:pPr indent="-331153" lvl="0" marL="457200" rtl="0" algn="l">
              <a:lnSpc>
                <a:spcPct val="150000"/>
              </a:lnSpc>
              <a:spcBef>
                <a:spcPts val="0"/>
              </a:spcBef>
              <a:spcAft>
                <a:spcPts val="0"/>
              </a:spcAft>
              <a:buClr>
                <a:srgbClr val="0068B7"/>
              </a:buClr>
              <a:buSzPct val="100000"/>
              <a:buFont typeface="Nunito"/>
              <a:buChar char="❖"/>
            </a:pPr>
            <a:r>
              <a:rPr b="1" lang="ja" sz="1900">
                <a:solidFill>
                  <a:srgbClr val="0068B7"/>
                </a:solidFill>
                <a:latin typeface="Nunito"/>
                <a:ea typeface="Nunito"/>
                <a:cs typeface="Nunito"/>
                <a:sym typeface="Nunito"/>
              </a:rPr>
              <a:t>Atlas運営が提供するSNSサイトの開発</a:t>
            </a:r>
            <a:endParaRPr b="1" sz="1900">
              <a:solidFill>
                <a:srgbClr val="0068B7"/>
              </a:solidFill>
              <a:latin typeface="Nunito"/>
              <a:ea typeface="Nunito"/>
              <a:cs typeface="Nunito"/>
              <a:sym typeface="Nunito"/>
            </a:endParaRPr>
          </a:p>
          <a:p>
            <a:pPr indent="-331153" lvl="1" marL="914400" rtl="0" algn="l">
              <a:lnSpc>
                <a:spcPct val="150000"/>
              </a:lnSpc>
              <a:spcBef>
                <a:spcPts val="0"/>
              </a:spcBef>
              <a:spcAft>
                <a:spcPts val="0"/>
              </a:spcAft>
              <a:buClr>
                <a:srgbClr val="424242"/>
              </a:buClr>
              <a:buSzPct val="100000"/>
              <a:buFont typeface="Nunito"/>
              <a:buChar char="➢"/>
            </a:pPr>
            <a:r>
              <a:rPr lang="ja" sz="1900">
                <a:solidFill>
                  <a:srgbClr val="424242"/>
                </a:solidFill>
                <a:latin typeface="Nunito"/>
                <a:ea typeface="Nunito"/>
                <a:cs typeface="Nunito"/>
                <a:sym typeface="Nunito"/>
              </a:rPr>
              <a:t>世に提供されているSNSサービスとは違う、新しいSNSシステムを生み出し、飽和状態となりつつある業界に一石を投じたい。</a:t>
            </a:r>
            <a:endParaRPr sz="1900">
              <a:solidFill>
                <a:srgbClr val="424242"/>
              </a:solidFill>
              <a:latin typeface="Nunito"/>
              <a:ea typeface="Nunito"/>
              <a:cs typeface="Nunito"/>
              <a:sym typeface="Nunito"/>
            </a:endParaRPr>
          </a:p>
          <a:p>
            <a:pPr indent="0" lvl="0" marL="0" rtl="0" algn="l">
              <a:lnSpc>
                <a:spcPct val="150000"/>
              </a:lnSpc>
              <a:spcBef>
                <a:spcPts val="0"/>
              </a:spcBef>
              <a:spcAft>
                <a:spcPts val="0"/>
              </a:spcAft>
              <a:buNone/>
            </a:pPr>
            <a:r>
              <a:t/>
            </a:r>
            <a:endParaRPr sz="1900">
              <a:solidFill>
                <a:srgbClr val="424242"/>
              </a:solidFill>
              <a:latin typeface="Nunito"/>
              <a:ea typeface="Nunito"/>
              <a:cs typeface="Nunito"/>
              <a:sym typeface="Nunito"/>
            </a:endParaRPr>
          </a:p>
          <a:p>
            <a:pPr indent="-331153" lvl="0" marL="457200" rtl="0" algn="l">
              <a:lnSpc>
                <a:spcPct val="150000"/>
              </a:lnSpc>
              <a:spcBef>
                <a:spcPts val="0"/>
              </a:spcBef>
              <a:spcAft>
                <a:spcPts val="0"/>
              </a:spcAft>
              <a:buClr>
                <a:srgbClr val="0068B7"/>
              </a:buClr>
              <a:buSzPct val="100000"/>
              <a:buFont typeface="Nunito"/>
              <a:buChar char="❖"/>
            </a:pPr>
            <a:r>
              <a:rPr b="1" lang="ja" sz="1900">
                <a:solidFill>
                  <a:srgbClr val="0068B7"/>
                </a:solidFill>
                <a:latin typeface="Nunito"/>
                <a:ea typeface="Nunito"/>
                <a:cs typeface="Nunito"/>
                <a:sym typeface="Nunito"/>
              </a:rPr>
              <a:t>開発のPhase1(第一段階)として、SNSサービス内の基本機能を実装するのが</a:t>
            </a:r>
            <a:br>
              <a:rPr b="1" lang="ja" sz="1900">
                <a:solidFill>
                  <a:srgbClr val="0068B7"/>
                </a:solidFill>
                <a:latin typeface="Nunito"/>
                <a:ea typeface="Nunito"/>
                <a:cs typeface="Nunito"/>
                <a:sym typeface="Nunito"/>
              </a:rPr>
            </a:br>
            <a:r>
              <a:rPr b="1" lang="ja" sz="1900">
                <a:solidFill>
                  <a:srgbClr val="0068B7"/>
                </a:solidFill>
                <a:latin typeface="Nunito"/>
                <a:ea typeface="Nunito"/>
                <a:cs typeface="Nunito"/>
                <a:sym typeface="Nunito"/>
              </a:rPr>
              <a:t>本プロジェクトの目的</a:t>
            </a:r>
            <a:endParaRPr b="1" sz="1900">
              <a:solidFill>
                <a:srgbClr val="0068B7"/>
              </a:solidFill>
              <a:latin typeface="Nunito"/>
              <a:ea typeface="Nunito"/>
              <a:cs typeface="Nunito"/>
              <a:sym typeface="Nunito"/>
            </a:endParaRPr>
          </a:p>
          <a:p>
            <a:pPr indent="-331153" lvl="1" marL="914400" rtl="0" algn="l">
              <a:lnSpc>
                <a:spcPct val="150000"/>
              </a:lnSpc>
              <a:spcBef>
                <a:spcPts val="0"/>
              </a:spcBef>
              <a:spcAft>
                <a:spcPts val="0"/>
              </a:spcAft>
              <a:buClr>
                <a:srgbClr val="424242"/>
              </a:buClr>
              <a:buSzPct val="100000"/>
              <a:buFont typeface="Nunito"/>
              <a:buChar char="➢"/>
            </a:pPr>
            <a:r>
              <a:rPr lang="ja" sz="1900">
                <a:solidFill>
                  <a:srgbClr val="424242"/>
                </a:solidFill>
                <a:latin typeface="Nunito"/>
                <a:ea typeface="Nunito"/>
                <a:cs typeface="Nunito"/>
                <a:sym typeface="Nunito"/>
              </a:rPr>
              <a:t>このプロジェクトでは、新しい機能を作り出す前に用意しておくべきである、SNSシステムにおける最低限必要な機能を実装することを最終目標とします。</a:t>
            </a:r>
            <a:endParaRPr sz="1900">
              <a:solidFill>
                <a:srgbClr val="424242"/>
              </a:solidFill>
              <a:latin typeface="Nunito"/>
              <a:ea typeface="Nunito"/>
              <a:cs typeface="Nunito"/>
              <a:sym typeface="Nunito"/>
            </a:endParaRPr>
          </a:p>
          <a:p>
            <a:pPr indent="0" lvl="0" marL="0" rtl="0" algn="l">
              <a:lnSpc>
                <a:spcPct val="150000"/>
              </a:lnSpc>
              <a:spcBef>
                <a:spcPts val="0"/>
              </a:spcBef>
              <a:spcAft>
                <a:spcPts val="0"/>
              </a:spcAft>
              <a:buNone/>
            </a:pPr>
            <a:r>
              <a:t/>
            </a:r>
            <a:endParaRPr sz="1900">
              <a:solidFill>
                <a:srgbClr val="424242"/>
              </a:solidFill>
              <a:latin typeface="Nunito"/>
              <a:ea typeface="Nunito"/>
              <a:cs typeface="Nunito"/>
              <a:sym typeface="Nunito"/>
            </a:endParaRPr>
          </a:p>
          <a:p>
            <a:pPr indent="0" lvl="0" marL="0" rtl="0" algn="l">
              <a:lnSpc>
                <a:spcPct val="150000"/>
              </a:lnSpc>
              <a:spcBef>
                <a:spcPts val="0"/>
              </a:spcBef>
              <a:spcAft>
                <a:spcPts val="0"/>
              </a:spcAft>
              <a:buNone/>
            </a:pPr>
            <a:r>
              <a:rPr lang="ja" sz="1900">
                <a:solidFill>
                  <a:srgbClr val="424242"/>
                </a:solidFill>
                <a:latin typeface="Nunito"/>
                <a:ea typeface="Nunito"/>
                <a:cs typeface="Nunito"/>
                <a:sym typeface="Nunito"/>
              </a:rPr>
              <a:t>※上記の目的は、この課題用に想定した仮の内容です。</a:t>
            </a:r>
            <a:endParaRPr sz="1900">
              <a:solidFill>
                <a:srgbClr val="424242"/>
              </a:solidFill>
              <a:latin typeface="Nunito"/>
              <a:ea typeface="Nunito"/>
              <a:cs typeface="Nunito"/>
              <a:sym typeface="Nunito"/>
            </a:endParaRPr>
          </a:p>
        </p:txBody>
      </p:sp>
      <p:sp>
        <p:nvSpPr>
          <p:cNvPr id="397" name="Google Shape;397;p29"/>
          <p:cNvSpPr txBox="1"/>
          <p:nvPr>
            <p:ph type="title"/>
          </p:nvPr>
        </p:nvSpPr>
        <p:spPr>
          <a:xfrm>
            <a:off x="257695" y="273845"/>
            <a:ext cx="8645100" cy="351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ja" sz="2600">
                <a:solidFill>
                  <a:srgbClr val="0068B7"/>
                </a:solidFill>
              </a:rPr>
              <a:t>2.プロジェクトの目的(架空の想定)</a:t>
            </a:r>
            <a:endParaRPr b="1" sz="2600">
              <a:solidFill>
                <a:srgbClr val="0068B7"/>
              </a:solidFill>
            </a:endParaRPr>
          </a:p>
        </p:txBody>
      </p:sp>
      <p:sp>
        <p:nvSpPr>
          <p:cNvPr id="398" name="Google Shape;398;p29"/>
          <p:cNvSpPr/>
          <p:nvPr/>
        </p:nvSpPr>
        <p:spPr>
          <a:xfrm>
            <a:off x="6522517" y="4731647"/>
            <a:ext cx="1105500" cy="195600"/>
          </a:xfrm>
          <a:prstGeom prst="rect">
            <a:avLst/>
          </a:prstGeom>
          <a:solidFill>
            <a:srgbClr val="FF0000"/>
          </a:solidFill>
          <a:ln>
            <a:noFill/>
          </a:ln>
        </p:spPr>
        <p:txBody>
          <a:bodyPr anchorCtr="0" anchor="b" bIns="36000" lIns="91425" spcFirstLastPara="1" rIns="91425" wrap="square" tIns="360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lt1"/>
                </a:solidFill>
                <a:latin typeface="Calibri"/>
                <a:ea typeface="Calibri"/>
                <a:cs typeface="Calibri"/>
                <a:sym typeface="Calibri"/>
              </a:rPr>
              <a:t>Confidential</a:t>
            </a:r>
            <a:endParaRPr b="1" i="0" sz="1000" u="none" cap="none" strike="noStrike">
              <a:solidFill>
                <a:schemeClr val="lt1"/>
              </a:solidFill>
              <a:latin typeface="Calibri"/>
              <a:ea typeface="Calibri"/>
              <a:cs typeface="Calibri"/>
              <a:sym typeface="Calibri"/>
            </a:endParaRPr>
          </a:p>
        </p:txBody>
      </p:sp>
      <p:sp>
        <p:nvSpPr>
          <p:cNvPr id="399" name="Google Shape;399;p29"/>
          <p:cNvSpPr txBox="1"/>
          <p:nvPr>
            <p:ph idx="12" type="sldNum"/>
          </p:nvPr>
        </p:nvSpPr>
        <p:spPr>
          <a:xfrm>
            <a:off x="7764088" y="4736089"/>
            <a:ext cx="1105500" cy="195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ja"/>
              <a:t>P. </a:t>
            </a: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0"/>
          <p:cNvSpPr txBox="1"/>
          <p:nvPr>
            <p:ph idx="1" type="body"/>
          </p:nvPr>
        </p:nvSpPr>
        <p:spPr>
          <a:xfrm>
            <a:off x="257695" y="939997"/>
            <a:ext cx="8645100" cy="3467700"/>
          </a:xfrm>
          <a:prstGeom prst="rect">
            <a:avLst/>
          </a:prstGeom>
        </p:spPr>
        <p:txBody>
          <a:bodyPr anchorCtr="0" anchor="t" bIns="45700" lIns="91425" spcFirstLastPara="1" rIns="91425" wrap="square" tIns="45700">
            <a:normAutofit lnSpcReduction="20000"/>
          </a:bodyPr>
          <a:lstStyle/>
          <a:p>
            <a:pPr indent="-349250" lvl="0" marL="457200" rtl="0" algn="l">
              <a:lnSpc>
                <a:spcPct val="150000"/>
              </a:lnSpc>
              <a:spcBef>
                <a:spcPts val="0"/>
              </a:spcBef>
              <a:spcAft>
                <a:spcPts val="0"/>
              </a:spcAft>
              <a:buClr>
                <a:srgbClr val="0068B7"/>
              </a:buClr>
              <a:buSzPts val="1900"/>
              <a:buFont typeface="Nunito"/>
              <a:buChar char="❖"/>
            </a:pPr>
            <a:r>
              <a:rPr b="1" lang="ja" sz="1900">
                <a:solidFill>
                  <a:srgbClr val="0068B7"/>
                </a:solidFill>
                <a:latin typeface="Nunito"/>
                <a:ea typeface="Nunito"/>
                <a:cs typeface="Nunito"/>
                <a:sym typeface="Nunito"/>
              </a:rPr>
              <a:t>各資料に記載している内容に合わせる</a:t>
            </a:r>
            <a:endParaRPr b="1" sz="1900">
              <a:solidFill>
                <a:srgbClr val="0068B7"/>
              </a:solidFill>
              <a:latin typeface="Nunito"/>
              <a:ea typeface="Nunito"/>
              <a:cs typeface="Nunito"/>
              <a:sym typeface="Nunito"/>
            </a:endParaRPr>
          </a:p>
          <a:p>
            <a:pPr indent="-349250" lvl="1" marL="914400" rtl="0" algn="l">
              <a:lnSpc>
                <a:spcPct val="150000"/>
              </a:lnSpc>
              <a:spcBef>
                <a:spcPts val="0"/>
              </a:spcBef>
              <a:spcAft>
                <a:spcPts val="0"/>
              </a:spcAft>
              <a:buClr>
                <a:srgbClr val="424242"/>
              </a:buClr>
              <a:buSzPts val="1900"/>
              <a:buFont typeface="Nunito"/>
              <a:buChar char="➢"/>
            </a:pPr>
            <a:r>
              <a:rPr lang="ja" sz="1900">
                <a:solidFill>
                  <a:srgbClr val="424242"/>
                </a:solidFill>
                <a:latin typeface="Nunito"/>
                <a:ea typeface="Nunito"/>
                <a:cs typeface="Nunito"/>
                <a:sym typeface="Nunito"/>
              </a:rPr>
              <a:t>自身が実装したいと思った内容は、カリキュラムとして作成し終わった後に実装していってください。</a:t>
            </a:r>
            <a:endParaRPr sz="1900">
              <a:solidFill>
                <a:srgbClr val="424242"/>
              </a:solidFill>
              <a:latin typeface="Nunito"/>
              <a:ea typeface="Nunito"/>
              <a:cs typeface="Nunito"/>
              <a:sym typeface="Nunito"/>
            </a:endParaRPr>
          </a:p>
          <a:p>
            <a:pPr indent="0" lvl="0" marL="0" rtl="0" algn="l">
              <a:lnSpc>
                <a:spcPct val="150000"/>
              </a:lnSpc>
              <a:spcBef>
                <a:spcPts val="0"/>
              </a:spcBef>
              <a:spcAft>
                <a:spcPts val="0"/>
              </a:spcAft>
              <a:buNone/>
            </a:pPr>
            <a:r>
              <a:t/>
            </a:r>
            <a:endParaRPr sz="1900">
              <a:solidFill>
                <a:srgbClr val="424242"/>
              </a:solidFill>
              <a:latin typeface="Nunito"/>
              <a:ea typeface="Nunito"/>
              <a:cs typeface="Nunito"/>
              <a:sym typeface="Nunito"/>
            </a:endParaRPr>
          </a:p>
          <a:p>
            <a:pPr indent="-349250" lvl="0" marL="457200" rtl="0" algn="l">
              <a:lnSpc>
                <a:spcPct val="150000"/>
              </a:lnSpc>
              <a:spcBef>
                <a:spcPts val="0"/>
              </a:spcBef>
              <a:spcAft>
                <a:spcPts val="0"/>
              </a:spcAft>
              <a:buClr>
                <a:srgbClr val="0068B7"/>
              </a:buClr>
              <a:buSzPts val="1900"/>
              <a:buFont typeface="Nunito"/>
              <a:buChar char="❖"/>
            </a:pPr>
            <a:r>
              <a:rPr b="1" lang="ja" sz="1900">
                <a:solidFill>
                  <a:srgbClr val="0068B7"/>
                </a:solidFill>
                <a:latin typeface="Nunito"/>
                <a:ea typeface="Nunito"/>
                <a:cs typeface="Nunito"/>
                <a:sym typeface="Nunito"/>
              </a:rPr>
              <a:t>要望以外の機能は実装しない</a:t>
            </a:r>
            <a:endParaRPr b="1" sz="1900">
              <a:solidFill>
                <a:srgbClr val="0068B7"/>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スケジュールの遅延や作業量の増加を防ぐため、クライアントが希望する内容以外を勝手に実装することはやめましょう。</a:t>
            </a:r>
            <a:endParaRPr sz="1600">
              <a:solidFill>
                <a:srgbClr val="424242"/>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本来であれば、この要件定義書にまとめていく際に開発側も意見を出し合いますが、今回は要望として受けた機能を実装できるようにしましょう。</a:t>
            </a:r>
            <a:endParaRPr sz="1600">
              <a:solidFill>
                <a:srgbClr val="424242"/>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レスポンシブデザインは考慮せず、PC(ブラウザ)版としての完成を目指しましょう。</a:t>
            </a:r>
            <a:endParaRPr sz="1900">
              <a:solidFill>
                <a:srgbClr val="424242"/>
              </a:solidFill>
              <a:latin typeface="Nunito"/>
              <a:ea typeface="Nunito"/>
              <a:cs typeface="Nunito"/>
              <a:sym typeface="Nunito"/>
            </a:endParaRPr>
          </a:p>
        </p:txBody>
      </p:sp>
      <p:sp>
        <p:nvSpPr>
          <p:cNvPr id="405" name="Google Shape;405;p30"/>
          <p:cNvSpPr txBox="1"/>
          <p:nvPr>
            <p:ph type="title"/>
          </p:nvPr>
        </p:nvSpPr>
        <p:spPr>
          <a:xfrm>
            <a:off x="257695" y="273845"/>
            <a:ext cx="8645100" cy="351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ja" sz="2600">
                <a:solidFill>
                  <a:srgbClr val="0068B7"/>
                </a:solidFill>
              </a:rPr>
              <a:t>3.プロジェクトスコープ</a:t>
            </a:r>
            <a:endParaRPr b="1" sz="2600">
              <a:solidFill>
                <a:srgbClr val="0068B7"/>
              </a:solidFill>
            </a:endParaRPr>
          </a:p>
        </p:txBody>
      </p:sp>
      <p:sp>
        <p:nvSpPr>
          <p:cNvPr id="406" name="Google Shape;406;p30"/>
          <p:cNvSpPr/>
          <p:nvPr/>
        </p:nvSpPr>
        <p:spPr>
          <a:xfrm>
            <a:off x="6522517" y="4731647"/>
            <a:ext cx="1105500" cy="195600"/>
          </a:xfrm>
          <a:prstGeom prst="rect">
            <a:avLst/>
          </a:prstGeom>
          <a:solidFill>
            <a:srgbClr val="FF0000"/>
          </a:solidFill>
          <a:ln>
            <a:noFill/>
          </a:ln>
        </p:spPr>
        <p:txBody>
          <a:bodyPr anchorCtr="0" anchor="b" bIns="36000" lIns="91425" spcFirstLastPara="1" rIns="91425" wrap="square" tIns="360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lt1"/>
                </a:solidFill>
                <a:latin typeface="Calibri"/>
                <a:ea typeface="Calibri"/>
                <a:cs typeface="Calibri"/>
                <a:sym typeface="Calibri"/>
              </a:rPr>
              <a:t>Confidential</a:t>
            </a:r>
            <a:endParaRPr b="1" i="0" sz="1000" u="none" cap="none" strike="noStrike">
              <a:solidFill>
                <a:schemeClr val="lt1"/>
              </a:solidFill>
              <a:latin typeface="Calibri"/>
              <a:ea typeface="Calibri"/>
              <a:cs typeface="Calibri"/>
              <a:sym typeface="Calibri"/>
            </a:endParaRPr>
          </a:p>
        </p:txBody>
      </p:sp>
      <p:sp>
        <p:nvSpPr>
          <p:cNvPr id="407" name="Google Shape;407;p30"/>
          <p:cNvSpPr txBox="1"/>
          <p:nvPr>
            <p:ph idx="12" type="sldNum"/>
          </p:nvPr>
        </p:nvSpPr>
        <p:spPr>
          <a:xfrm>
            <a:off x="7764088" y="4736089"/>
            <a:ext cx="1105500" cy="195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ja"/>
              <a:t>P. </a:t>
            </a:r>
            <a:fld id="{00000000-1234-1234-1234-123412341234}" type="slidenum">
              <a:rPr lang="ja"/>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1"/>
          <p:cNvSpPr txBox="1"/>
          <p:nvPr>
            <p:ph idx="1" type="body"/>
          </p:nvPr>
        </p:nvSpPr>
        <p:spPr>
          <a:xfrm>
            <a:off x="257695" y="939997"/>
            <a:ext cx="8645100" cy="3467700"/>
          </a:xfrm>
          <a:prstGeom prst="rect">
            <a:avLst/>
          </a:prstGeom>
        </p:spPr>
        <p:txBody>
          <a:bodyPr anchorCtr="0" anchor="t" bIns="45700" lIns="91425" spcFirstLastPara="1" rIns="91425" wrap="square" tIns="45700">
            <a:noAutofit/>
          </a:bodyPr>
          <a:lstStyle/>
          <a:p>
            <a:pPr indent="-330200" lvl="0" marL="457200" rtl="0" algn="l">
              <a:lnSpc>
                <a:spcPct val="115000"/>
              </a:lnSpc>
              <a:spcBef>
                <a:spcPts val="0"/>
              </a:spcBef>
              <a:spcAft>
                <a:spcPts val="0"/>
              </a:spcAft>
              <a:buClr>
                <a:srgbClr val="0068B7"/>
              </a:buClr>
              <a:buSzPts val="1600"/>
              <a:buFont typeface="Nunito"/>
              <a:buChar char="❖"/>
            </a:pPr>
            <a:r>
              <a:rPr lang="ja" sz="1600">
                <a:solidFill>
                  <a:srgbClr val="424242"/>
                </a:solidFill>
                <a:latin typeface="Nunito"/>
                <a:ea typeface="Nunito"/>
                <a:cs typeface="Nunito"/>
                <a:sym typeface="Nunito"/>
              </a:rPr>
              <a:t>カリキュラムを通じて学んできたことで、</a:t>
            </a:r>
            <a:r>
              <a:rPr b="1" lang="ja" sz="1600">
                <a:solidFill>
                  <a:srgbClr val="0068B7"/>
                </a:solidFill>
                <a:latin typeface="Nunito"/>
                <a:ea typeface="Nunito"/>
                <a:cs typeface="Nunito"/>
                <a:sym typeface="Nunito"/>
              </a:rPr>
              <a:t>自分がどのレベルのWEBサービスが</a:t>
            </a:r>
            <a:br>
              <a:rPr b="1" lang="ja" sz="1600">
                <a:solidFill>
                  <a:srgbClr val="0068B7"/>
                </a:solidFill>
                <a:latin typeface="Nunito"/>
                <a:ea typeface="Nunito"/>
                <a:cs typeface="Nunito"/>
                <a:sym typeface="Nunito"/>
              </a:rPr>
            </a:br>
            <a:r>
              <a:rPr b="1" lang="ja" sz="1600">
                <a:solidFill>
                  <a:srgbClr val="0068B7"/>
                </a:solidFill>
                <a:latin typeface="Nunito"/>
                <a:ea typeface="Nunito"/>
                <a:cs typeface="Nunito"/>
                <a:sym typeface="Nunito"/>
              </a:rPr>
              <a:t>作成できるようになっているのかを体感</a:t>
            </a:r>
            <a:r>
              <a:rPr lang="ja" sz="1600">
                <a:solidFill>
                  <a:srgbClr val="424242"/>
                </a:solidFill>
                <a:latin typeface="Nunito"/>
                <a:ea typeface="Nunito"/>
                <a:cs typeface="Nunito"/>
                <a:sym typeface="Nunito"/>
              </a:rPr>
              <a:t>すること。</a:t>
            </a:r>
            <a:endParaRPr sz="1600">
              <a:solidFill>
                <a:srgbClr val="424242"/>
              </a:solidFill>
              <a:latin typeface="Nunito"/>
              <a:ea typeface="Nunito"/>
              <a:cs typeface="Nunito"/>
              <a:sym typeface="Nunito"/>
            </a:endParaRPr>
          </a:p>
          <a:p>
            <a:pPr indent="-330200" lvl="0" marL="457200" rtl="0" algn="l">
              <a:lnSpc>
                <a:spcPct val="115000"/>
              </a:lnSpc>
              <a:spcBef>
                <a:spcPts val="1200"/>
              </a:spcBef>
              <a:spcAft>
                <a:spcPts val="0"/>
              </a:spcAft>
              <a:buClr>
                <a:srgbClr val="0068B7"/>
              </a:buClr>
              <a:buSzPts val="1600"/>
              <a:buFont typeface="Nunito"/>
              <a:buChar char="❖"/>
            </a:pPr>
            <a:r>
              <a:rPr lang="ja" sz="1600">
                <a:solidFill>
                  <a:srgbClr val="424242"/>
                </a:solidFill>
                <a:latin typeface="Nunito"/>
                <a:ea typeface="Nunito"/>
                <a:cs typeface="Nunito"/>
                <a:sym typeface="Nunito"/>
              </a:rPr>
              <a:t>カリキュラムで学んでない範囲を自身で調べながら実装していくこと。</a:t>
            </a:r>
            <a:br>
              <a:rPr lang="ja" sz="1600">
                <a:solidFill>
                  <a:srgbClr val="424242"/>
                </a:solidFill>
                <a:latin typeface="Nunito"/>
                <a:ea typeface="Nunito"/>
                <a:cs typeface="Nunito"/>
                <a:sym typeface="Nunito"/>
              </a:rPr>
            </a:br>
            <a:r>
              <a:rPr b="1" lang="ja" sz="1600">
                <a:solidFill>
                  <a:srgbClr val="0068B7"/>
                </a:solidFill>
                <a:latin typeface="Nunito"/>
                <a:ea typeface="Nunito"/>
                <a:cs typeface="Nunito"/>
                <a:sym typeface="Nunito"/>
              </a:rPr>
              <a:t>現場でも必ず必要となる「問題解決能力」を培う</a:t>
            </a:r>
            <a:r>
              <a:rPr lang="ja" sz="1600">
                <a:solidFill>
                  <a:srgbClr val="424242"/>
                </a:solidFill>
                <a:latin typeface="Nunito"/>
                <a:ea typeface="Nunito"/>
                <a:cs typeface="Nunito"/>
                <a:sym typeface="Nunito"/>
              </a:rPr>
              <a:t>こと。</a:t>
            </a:r>
            <a:endParaRPr sz="1600">
              <a:solidFill>
                <a:srgbClr val="424242"/>
              </a:solidFill>
              <a:latin typeface="Nunito"/>
              <a:ea typeface="Nunito"/>
              <a:cs typeface="Nunito"/>
              <a:sym typeface="Nunito"/>
            </a:endParaRPr>
          </a:p>
          <a:p>
            <a:pPr indent="-330200" lvl="0" marL="457200" rtl="0" algn="l">
              <a:lnSpc>
                <a:spcPct val="115000"/>
              </a:lnSpc>
              <a:spcBef>
                <a:spcPts val="1200"/>
              </a:spcBef>
              <a:spcAft>
                <a:spcPts val="0"/>
              </a:spcAft>
              <a:buClr>
                <a:srgbClr val="0068B7"/>
              </a:buClr>
              <a:buSzPts val="1600"/>
              <a:buFont typeface="Nunito"/>
              <a:buChar char="❖"/>
            </a:pPr>
            <a:r>
              <a:rPr lang="ja" sz="1600">
                <a:solidFill>
                  <a:srgbClr val="424242"/>
                </a:solidFill>
                <a:latin typeface="Nunito"/>
                <a:ea typeface="Nunito"/>
                <a:cs typeface="Nunito"/>
                <a:sym typeface="Nunito"/>
              </a:rPr>
              <a:t>問題解決能力の延長線上で、調べても解決の調べても解決の糸口が見つからないときや相談ごとがあれば、講師に状況と内容を伝えて</a:t>
            </a:r>
            <a:r>
              <a:rPr b="1" lang="ja" sz="1600">
                <a:solidFill>
                  <a:srgbClr val="0068B7"/>
                </a:solidFill>
                <a:latin typeface="Nunito"/>
                <a:ea typeface="Nunito"/>
                <a:cs typeface="Nunito"/>
                <a:sym typeface="Nunito"/>
              </a:rPr>
              <a:t>「相談できる環境」を自分自身で</a:t>
            </a:r>
            <a:br>
              <a:rPr b="1" lang="ja" sz="1600">
                <a:solidFill>
                  <a:srgbClr val="0068B7"/>
                </a:solidFill>
                <a:latin typeface="Nunito"/>
                <a:ea typeface="Nunito"/>
                <a:cs typeface="Nunito"/>
                <a:sym typeface="Nunito"/>
              </a:rPr>
            </a:br>
            <a:r>
              <a:rPr b="1" lang="ja" sz="1600">
                <a:solidFill>
                  <a:srgbClr val="0068B7"/>
                </a:solidFill>
                <a:latin typeface="Nunito"/>
                <a:ea typeface="Nunito"/>
                <a:cs typeface="Nunito"/>
                <a:sym typeface="Nunito"/>
              </a:rPr>
              <a:t>作っていく</a:t>
            </a:r>
            <a:r>
              <a:rPr lang="ja" sz="1600">
                <a:solidFill>
                  <a:srgbClr val="424242"/>
                </a:solidFill>
                <a:latin typeface="Nunito"/>
                <a:ea typeface="Nunito"/>
                <a:cs typeface="Nunito"/>
                <a:sym typeface="Nunito"/>
              </a:rPr>
              <a:t>こと。</a:t>
            </a:r>
            <a:endParaRPr sz="1600">
              <a:solidFill>
                <a:srgbClr val="424242"/>
              </a:solidFill>
              <a:latin typeface="Nunito"/>
              <a:ea typeface="Nunito"/>
              <a:cs typeface="Nunito"/>
              <a:sym typeface="Nunito"/>
            </a:endParaRPr>
          </a:p>
          <a:p>
            <a:pPr indent="-330200" lvl="0" marL="457200" rtl="0" algn="l">
              <a:lnSpc>
                <a:spcPct val="115000"/>
              </a:lnSpc>
              <a:spcBef>
                <a:spcPts val="1200"/>
              </a:spcBef>
              <a:spcAft>
                <a:spcPts val="0"/>
              </a:spcAft>
              <a:buClr>
                <a:srgbClr val="0068B7"/>
              </a:buClr>
              <a:buSzPts val="1600"/>
              <a:buFont typeface="Nunito"/>
              <a:buChar char="❖"/>
            </a:pPr>
            <a:r>
              <a:rPr lang="ja" sz="1600">
                <a:solidFill>
                  <a:srgbClr val="424242"/>
                </a:solidFill>
                <a:latin typeface="Nunito"/>
                <a:ea typeface="Nunito"/>
                <a:cs typeface="Nunito"/>
                <a:sym typeface="Nunito"/>
              </a:rPr>
              <a:t>1行1行のコードでどのような処理が行われているのか、</a:t>
            </a:r>
            <a:br>
              <a:rPr lang="ja" sz="1600">
                <a:solidFill>
                  <a:srgbClr val="424242"/>
                </a:solidFill>
                <a:latin typeface="Nunito"/>
                <a:ea typeface="Nunito"/>
                <a:cs typeface="Nunito"/>
                <a:sym typeface="Nunito"/>
              </a:rPr>
            </a:br>
            <a:r>
              <a:rPr b="1" lang="ja" sz="1600">
                <a:solidFill>
                  <a:srgbClr val="0068B7"/>
                </a:solidFill>
                <a:latin typeface="Nunito"/>
                <a:ea typeface="Nunito"/>
                <a:cs typeface="Nunito"/>
                <a:sym typeface="Nunito"/>
              </a:rPr>
              <a:t>処理の流れを読み解けるようになる</a:t>
            </a:r>
            <a:r>
              <a:rPr lang="ja" sz="1600">
                <a:solidFill>
                  <a:srgbClr val="424242"/>
                </a:solidFill>
                <a:latin typeface="Nunito"/>
                <a:ea typeface="Nunito"/>
                <a:cs typeface="Nunito"/>
                <a:sym typeface="Nunito"/>
              </a:rPr>
              <a:t>こと。</a:t>
            </a:r>
            <a:endParaRPr sz="1600">
              <a:solidFill>
                <a:srgbClr val="424242"/>
              </a:solidFill>
              <a:latin typeface="Nunito"/>
              <a:ea typeface="Nunito"/>
              <a:cs typeface="Nunito"/>
              <a:sym typeface="Nunito"/>
            </a:endParaRPr>
          </a:p>
          <a:p>
            <a:pPr indent="-330200" lvl="0" marL="457200" rtl="0" algn="l">
              <a:lnSpc>
                <a:spcPct val="115000"/>
              </a:lnSpc>
              <a:spcBef>
                <a:spcPts val="1200"/>
              </a:spcBef>
              <a:spcAft>
                <a:spcPts val="1200"/>
              </a:spcAft>
              <a:buClr>
                <a:srgbClr val="0068B7"/>
              </a:buClr>
              <a:buSzPts val="1600"/>
              <a:buFont typeface="Nunito"/>
              <a:buChar char="❖"/>
            </a:pPr>
            <a:r>
              <a:rPr lang="ja" sz="1600">
                <a:solidFill>
                  <a:srgbClr val="424242"/>
                </a:solidFill>
                <a:latin typeface="Nunito"/>
                <a:ea typeface="Nunito"/>
                <a:cs typeface="Nunito"/>
                <a:sym typeface="Nunito"/>
              </a:rPr>
              <a:t>自分自身の力で何かをやり遂げたという</a:t>
            </a:r>
            <a:r>
              <a:rPr b="1" lang="ja" sz="1600">
                <a:solidFill>
                  <a:srgbClr val="0068B7"/>
                </a:solidFill>
                <a:latin typeface="Nunito"/>
                <a:ea typeface="Nunito"/>
                <a:cs typeface="Nunito"/>
                <a:sym typeface="Nunito"/>
              </a:rPr>
              <a:t>「成功体験」を得る</a:t>
            </a:r>
            <a:r>
              <a:rPr lang="ja" sz="1600">
                <a:solidFill>
                  <a:srgbClr val="424242"/>
                </a:solidFill>
                <a:latin typeface="Nunito"/>
                <a:ea typeface="Nunito"/>
                <a:cs typeface="Nunito"/>
                <a:sym typeface="Nunito"/>
              </a:rPr>
              <a:t>こと。</a:t>
            </a:r>
            <a:endParaRPr b="1" sz="1600">
              <a:solidFill>
                <a:srgbClr val="0068B7"/>
              </a:solidFill>
              <a:latin typeface="Nunito"/>
              <a:ea typeface="Nunito"/>
              <a:cs typeface="Nunito"/>
              <a:sym typeface="Nunito"/>
            </a:endParaRPr>
          </a:p>
        </p:txBody>
      </p:sp>
      <p:sp>
        <p:nvSpPr>
          <p:cNvPr id="413" name="Google Shape;413;p31"/>
          <p:cNvSpPr txBox="1"/>
          <p:nvPr>
            <p:ph type="title"/>
          </p:nvPr>
        </p:nvSpPr>
        <p:spPr>
          <a:xfrm>
            <a:off x="257695" y="273845"/>
            <a:ext cx="8645100" cy="351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ja" sz="2600">
                <a:solidFill>
                  <a:srgbClr val="0068B7"/>
                </a:solidFill>
              </a:rPr>
              <a:t>4.プロジェクトを通じて求めるもの</a:t>
            </a:r>
            <a:endParaRPr b="1" sz="2600">
              <a:solidFill>
                <a:srgbClr val="0068B7"/>
              </a:solidFill>
            </a:endParaRPr>
          </a:p>
        </p:txBody>
      </p:sp>
      <p:sp>
        <p:nvSpPr>
          <p:cNvPr id="414" name="Google Shape;414;p31"/>
          <p:cNvSpPr/>
          <p:nvPr/>
        </p:nvSpPr>
        <p:spPr>
          <a:xfrm>
            <a:off x="6522517" y="4731647"/>
            <a:ext cx="1105500" cy="195600"/>
          </a:xfrm>
          <a:prstGeom prst="rect">
            <a:avLst/>
          </a:prstGeom>
          <a:solidFill>
            <a:srgbClr val="FF0000"/>
          </a:solidFill>
          <a:ln>
            <a:noFill/>
          </a:ln>
        </p:spPr>
        <p:txBody>
          <a:bodyPr anchorCtr="0" anchor="b" bIns="36000" lIns="91425" spcFirstLastPara="1" rIns="91425" wrap="square" tIns="360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lt1"/>
                </a:solidFill>
                <a:latin typeface="Calibri"/>
                <a:ea typeface="Calibri"/>
                <a:cs typeface="Calibri"/>
                <a:sym typeface="Calibri"/>
              </a:rPr>
              <a:t>Confidential</a:t>
            </a:r>
            <a:endParaRPr b="1" i="0" sz="1000" u="none" cap="none" strike="noStrike">
              <a:solidFill>
                <a:schemeClr val="lt1"/>
              </a:solidFill>
              <a:latin typeface="Calibri"/>
              <a:ea typeface="Calibri"/>
              <a:cs typeface="Calibri"/>
              <a:sym typeface="Calibri"/>
            </a:endParaRPr>
          </a:p>
        </p:txBody>
      </p:sp>
      <p:sp>
        <p:nvSpPr>
          <p:cNvPr id="415" name="Google Shape;415;p31"/>
          <p:cNvSpPr txBox="1"/>
          <p:nvPr>
            <p:ph idx="12" type="sldNum"/>
          </p:nvPr>
        </p:nvSpPr>
        <p:spPr>
          <a:xfrm>
            <a:off x="7764088" y="4736089"/>
            <a:ext cx="1105500" cy="195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ja"/>
              <a:t>P. </a:t>
            </a:r>
            <a:fld id="{00000000-1234-1234-1234-123412341234}" type="slidenum">
              <a:rPr lang="ja"/>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2"/>
          <p:cNvSpPr txBox="1"/>
          <p:nvPr>
            <p:ph idx="1" type="body"/>
          </p:nvPr>
        </p:nvSpPr>
        <p:spPr>
          <a:xfrm>
            <a:off x="257695" y="939997"/>
            <a:ext cx="8645100" cy="3467700"/>
          </a:xfrm>
          <a:prstGeom prst="rect">
            <a:avLst/>
          </a:prstGeom>
        </p:spPr>
        <p:txBody>
          <a:bodyPr anchorCtr="0" anchor="t" bIns="45700" lIns="91425" spcFirstLastPara="1" rIns="91425" wrap="square" tIns="45700">
            <a:normAutofit/>
          </a:bodyPr>
          <a:lstStyle/>
          <a:p>
            <a:pPr indent="-330200" lvl="0" marL="457200" rtl="0" algn="l">
              <a:lnSpc>
                <a:spcPct val="115000"/>
              </a:lnSpc>
              <a:spcBef>
                <a:spcPts val="0"/>
              </a:spcBef>
              <a:spcAft>
                <a:spcPts val="0"/>
              </a:spcAft>
              <a:buClr>
                <a:srgbClr val="0068B7"/>
              </a:buClr>
              <a:buSzPts val="1600"/>
              <a:buFont typeface="Nunito"/>
              <a:buChar char="❖"/>
            </a:pPr>
            <a:r>
              <a:rPr b="1" lang="ja" sz="1600">
                <a:solidFill>
                  <a:srgbClr val="0068B7"/>
                </a:solidFill>
                <a:latin typeface="Nunito"/>
                <a:ea typeface="Nunito"/>
                <a:cs typeface="Nunito"/>
                <a:sym typeface="Nunito"/>
              </a:rPr>
              <a:t>本番環境は不要</a:t>
            </a:r>
            <a:endParaRPr b="1" sz="1600">
              <a:solidFill>
                <a:srgbClr val="0068B7"/>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Phase1の段階ではネット上に公開しないので、本番環境のインフラ環境は提示しません。</a:t>
            </a:r>
            <a:endParaRPr sz="1600">
              <a:solidFill>
                <a:srgbClr val="424242"/>
              </a:solidFill>
              <a:latin typeface="Nunito"/>
              <a:ea typeface="Nunito"/>
              <a:cs typeface="Nunito"/>
              <a:sym typeface="Nunito"/>
            </a:endParaRPr>
          </a:p>
          <a:p>
            <a:pPr indent="-330200" lvl="0" marL="457200" rtl="0" algn="l">
              <a:lnSpc>
                <a:spcPct val="115000"/>
              </a:lnSpc>
              <a:spcBef>
                <a:spcPts val="1200"/>
              </a:spcBef>
              <a:spcAft>
                <a:spcPts val="0"/>
              </a:spcAft>
              <a:buClr>
                <a:srgbClr val="0068B7"/>
              </a:buClr>
              <a:buSzPts val="1600"/>
              <a:buFont typeface="Nunito"/>
              <a:buChar char="❖"/>
            </a:pPr>
            <a:r>
              <a:rPr b="1" lang="ja" sz="1600">
                <a:solidFill>
                  <a:srgbClr val="0068B7"/>
                </a:solidFill>
                <a:latin typeface="Nunito"/>
                <a:ea typeface="Nunito"/>
                <a:cs typeface="Nunito"/>
                <a:sym typeface="Nunito"/>
              </a:rPr>
              <a:t>開発環境は</a:t>
            </a:r>
            <a:r>
              <a:rPr b="1" lang="ja" sz="1600">
                <a:solidFill>
                  <a:srgbClr val="0068B7"/>
                </a:solidFill>
                <a:latin typeface="Nunito"/>
                <a:ea typeface="Nunito"/>
                <a:cs typeface="Nunito"/>
                <a:sym typeface="Nunito"/>
              </a:rPr>
              <a:t>MAMP/XAMPP</a:t>
            </a:r>
            <a:r>
              <a:rPr b="1" lang="ja" sz="1600">
                <a:solidFill>
                  <a:srgbClr val="0068B7"/>
                </a:solidFill>
                <a:latin typeface="Nunito"/>
                <a:ea typeface="Nunito"/>
                <a:cs typeface="Nunito"/>
                <a:sym typeface="Nunito"/>
              </a:rPr>
              <a:t>で行う</a:t>
            </a:r>
            <a:endParaRPr b="1" sz="1600">
              <a:solidFill>
                <a:srgbClr val="0068B7"/>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まずは基本機能を実装するプロジェクトという前提のもと、本番/テスト環境は関係なく「開発できる環境」を用意しましょう。</a:t>
            </a:r>
            <a:endParaRPr sz="1600">
              <a:solidFill>
                <a:srgbClr val="424242"/>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開発環境の各インフラ設定は「簡易基本設計書」に沿いましょう。</a:t>
            </a:r>
            <a:endParaRPr sz="1600">
              <a:solidFill>
                <a:srgbClr val="424242"/>
              </a:solidFill>
              <a:latin typeface="Nunito"/>
              <a:ea typeface="Nunito"/>
              <a:cs typeface="Nunito"/>
              <a:sym typeface="Nunito"/>
            </a:endParaRPr>
          </a:p>
        </p:txBody>
      </p:sp>
      <p:sp>
        <p:nvSpPr>
          <p:cNvPr id="421" name="Google Shape;421;p32"/>
          <p:cNvSpPr txBox="1"/>
          <p:nvPr>
            <p:ph type="title"/>
          </p:nvPr>
        </p:nvSpPr>
        <p:spPr>
          <a:xfrm>
            <a:off x="257695" y="273845"/>
            <a:ext cx="8645100" cy="351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ja" sz="2600">
                <a:solidFill>
                  <a:srgbClr val="0068B7"/>
                </a:solidFill>
              </a:rPr>
              <a:t>5.インフラ要件</a:t>
            </a:r>
            <a:endParaRPr b="1" sz="2600">
              <a:solidFill>
                <a:srgbClr val="0068B7"/>
              </a:solidFill>
            </a:endParaRPr>
          </a:p>
        </p:txBody>
      </p:sp>
      <p:sp>
        <p:nvSpPr>
          <p:cNvPr id="422" name="Google Shape;422;p32"/>
          <p:cNvSpPr/>
          <p:nvPr/>
        </p:nvSpPr>
        <p:spPr>
          <a:xfrm>
            <a:off x="6522517" y="4731647"/>
            <a:ext cx="1105500" cy="195600"/>
          </a:xfrm>
          <a:prstGeom prst="rect">
            <a:avLst/>
          </a:prstGeom>
          <a:solidFill>
            <a:srgbClr val="FF0000"/>
          </a:solidFill>
          <a:ln>
            <a:noFill/>
          </a:ln>
        </p:spPr>
        <p:txBody>
          <a:bodyPr anchorCtr="0" anchor="b" bIns="36000" lIns="91425" spcFirstLastPara="1" rIns="91425" wrap="square" tIns="360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lt1"/>
                </a:solidFill>
                <a:latin typeface="Calibri"/>
                <a:ea typeface="Calibri"/>
                <a:cs typeface="Calibri"/>
                <a:sym typeface="Calibri"/>
              </a:rPr>
              <a:t>Confidential</a:t>
            </a:r>
            <a:endParaRPr b="1" i="0" sz="1000" u="none" cap="none" strike="noStrike">
              <a:solidFill>
                <a:schemeClr val="lt1"/>
              </a:solidFill>
              <a:latin typeface="Calibri"/>
              <a:ea typeface="Calibri"/>
              <a:cs typeface="Calibri"/>
              <a:sym typeface="Calibri"/>
            </a:endParaRPr>
          </a:p>
        </p:txBody>
      </p:sp>
      <p:sp>
        <p:nvSpPr>
          <p:cNvPr id="423" name="Google Shape;423;p32"/>
          <p:cNvSpPr txBox="1"/>
          <p:nvPr>
            <p:ph idx="12" type="sldNum"/>
          </p:nvPr>
        </p:nvSpPr>
        <p:spPr>
          <a:xfrm>
            <a:off x="7764088" y="4736089"/>
            <a:ext cx="1105500" cy="195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ja"/>
              <a:t>P. </a:t>
            </a:r>
            <a:fld id="{00000000-1234-1234-1234-123412341234}" type="slidenum">
              <a:rPr lang="ja"/>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3"/>
          <p:cNvSpPr txBox="1"/>
          <p:nvPr>
            <p:ph idx="1" type="body"/>
          </p:nvPr>
        </p:nvSpPr>
        <p:spPr>
          <a:xfrm>
            <a:off x="257695" y="939997"/>
            <a:ext cx="8645100" cy="3467700"/>
          </a:xfrm>
          <a:prstGeom prst="rect">
            <a:avLst/>
          </a:prstGeom>
        </p:spPr>
        <p:txBody>
          <a:bodyPr anchorCtr="0" anchor="t" bIns="45700" lIns="91425" spcFirstLastPara="1" rIns="91425" wrap="square" tIns="45700">
            <a:normAutofit lnSpcReduction="10000"/>
          </a:bodyPr>
          <a:lstStyle/>
          <a:p>
            <a:pPr indent="-330200" lvl="0" marL="457200" rtl="0" algn="l">
              <a:lnSpc>
                <a:spcPct val="115000"/>
              </a:lnSpc>
              <a:spcBef>
                <a:spcPts val="0"/>
              </a:spcBef>
              <a:spcAft>
                <a:spcPts val="0"/>
              </a:spcAft>
              <a:buClr>
                <a:srgbClr val="0068B7"/>
              </a:buClr>
              <a:buSzPts val="1600"/>
              <a:buFont typeface="Nunito"/>
              <a:buChar char="❖"/>
            </a:pPr>
            <a:r>
              <a:rPr b="1" lang="ja" sz="1600">
                <a:solidFill>
                  <a:srgbClr val="0068B7"/>
                </a:solidFill>
                <a:latin typeface="Nunito"/>
                <a:ea typeface="Nunito"/>
                <a:cs typeface="Nunito"/>
                <a:sym typeface="Nunito"/>
              </a:rPr>
              <a:t>単体(ユニット)テスト</a:t>
            </a:r>
            <a:endParaRPr b="1" sz="1600">
              <a:solidFill>
                <a:srgbClr val="0068B7"/>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コード1つ1つの処理をチェックしていくことを本プロジェクトにおける単体テストとします。</a:t>
            </a:r>
            <a:endParaRPr sz="1600">
              <a:solidFill>
                <a:srgbClr val="424242"/>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デバッグ関数またはLaravelに備わっているエラーログを利用し、バグの原因を突き止めることに慣れていってください。</a:t>
            </a:r>
            <a:endParaRPr sz="1600">
              <a:solidFill>
                <a:srgbClr val="424242"/>
              </a:solidFill>
              <a:latin typeface="Nunito"/>
              <a:ea typeface="Nunito"/>
              <a:cs typeface="Nunito"/>
              <a:sym typeface="Nunito"/>
            </a:endParaRPr>
          </a:p>
          <a:p>
            <a:pPr indent="0" lvl="0" marL="0" rtl="0" algn="l">
              <a:lnSpc>
                <a:spcPct val="115000"/>
              </a:lnSpc>
              <a:spcBef>
                <a:spcPts val="0"/>
              </a:spcBef>
              <a:spcAft>
                <a:spcPts val="0"/>
              </a:spcAft>
              <a:buNone/>
            </a:pPr>
            <a:r>
              <a:t/>
            </a:r>
            <a:endParaRPr sz="1600">
              <a:solidFill>
                <a:srgbClr val="424242"/>
              </a:solidFill>
              <a:latin typeface="Nunito"/>
              <a:ea typeface="Nunito"/>
              <a:cs typeface="Nunito"/>
              <a:sym typeface="Nunito"/>
            </a:endParaRPr>
          </a:p>
          <a:p>
            <a:pPr indent="-330200" lvl="0" marL="457200" rtl="0" algn="l">
              <a:lnSpc>
                <a:spcPct val="115000"/>
              </a:lnSpc>
              <a:spcBef>
                <a:spcPts val="1200"/>
              </a:spcBef>
              <a:spcAft>
                <a:spcPts val="0"/>
              </a:spcAft>
              <a:buClr>
                <a:srgbClr val="0068B7"/>
              </a:buClr>
              <a:buSzPts val="1600"/>
              <a:buFont typeface="Nunito"/>
              <a:buChar char="❖"/>
            </a:pPr>
            <a:r>
              <a:rPr b="1" lang="ja" sz="1600">
                <a:solidFill>
                  <a:srgbClr val="0068B7"/>
                </a:solidFill>
                <a:latin typeface="Nunito"/>
                <a:ea typeface="Nunito"/>
                <a:cs typeface="Nunito"/>
                <a:sym typeface="Nunito"/>
              </a:rPr>
              <a:t>結合テスト</a:t>
            </a:r>
            <a:endParaRPr b="1" sz="1600">
              <a:solidFill>
                <a:srgbClr val="0068B7"/>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ログイン/ユーザー登録といった、ひとまとまりの機能のチェックをしていくことを結合テストとします。</a:t>
            </a:r>
            <a:endParaRPr sz="1600">
              <a:solidFill>
                <a:srgbClr val="424242"/>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ブラウザ上に表示された機能箇所に実際に触って、手動で「様々な値を入れてみる」「機能の対応が要件を満たしているか確認する」という作業を行い、ケースを想定して動かしてみます。</a:t>
            </a:r>
            <a:endParaRPr b="1" sz="1700">
              <a:solidFill>
                <a:srgbClr val="0068B7"/>
              </a:solidFill>
              <a:latin typeface="Nunito"/>
              <a:ea typeface="Nunito"/>
              <a:cs typeface="Nunito"/>
              <a:sym typeface="Nunito"/>
            </a:endParaRPr>
          </a:p>
        </p:txBody>
      </p:sp>
      <p:sp>
        <p:nvSpPr>
          <p:cNvPr id="429" name="Google Shape;429;p33"/>
          <p:cNvSpPr txBox="1"/>
          <p:nvPr>
            <p:ph type="title"/>
          </p:nvPr>
        </p:nvSpPr>
        <p:spPr>
          <a:xfrm>
            <a:off x="257695" y="273845"/>
            <a:ext cx="8645100" cy="351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ja" sz="2600">
                <a:solidFill>
                  <a:srgbClr val="0068B7"/>
                </a:solidFill>
              </a:rPr>
              <a:t>6.テスト方法について</a:t>
            </a:r>
            <a:endParaRPr b="1" sz="2600">
              <a:solidFill>
                <a:srgbClr val="0068B7"/>
              </a:solidFill>
            </a:endParaRPr>
          </a:p>
        </p:txBody>
      </p:sp>
      <p:sp>
        <p:nvSpPr>
          <p:cNvPr id="430" name="Google Shape;430;p33"/>
          <p:cNvSpPr/>
          <p:nvPr/>
        </p:nvSpPr>
        <p:spPr>
          <a:xfrm>
            <a:off x="6522517" y="4731647"/>
            <a:ext cx="1105500" cy="195600"/>
          </a:xfrm>
          <a:prstGeom prst="rect">
            <a:avLst/>
          </a:prstGeom>
          <a:solidFill>
            <a:srgbClr val="FF0000"/>
          </a:solidFill>
          <a:ln>
            <a:noFill/>
          </a:ln>
        </p:spPr>
        <p:txBody>
          <a:bodyPr anchorCtr="0" anchor="b" bIns="36000" lIns="91425" spcFirstLastPara="1" rIns="91425" wrap="square" tIns="360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lt1"/>
                </a:solidFill>
                <a:latin typeface="Calibri"/>
                <a:ea typeface="Calibri"/>
                <a:cs typeface="Calibri"/>
                <a:sym typeface="Calibri"/>
              </a:rPr>
              <a:t>Confidential</a:t>
            </a:r>
            <a:endParaRPr b="1" i="0" sz="1000" u="none" cap="none" strike="noStrike">
              <a:solidFill>
                <a:schemeClr val="lt1"/>
              </a:solidFill>
              <a:latin typeface="Calibri"/>
              <a:ea typeface="Calibri"/>
              <a:cs typeface="Calibri"/>
              <a:sym typeface="Calibri"/>
            </a:endParaRPr>
          </a:p>
        </p:txBody>
      </p:sp>
      <p:sp>
        <p:nvSpPr>
          <p:cNvPr id="431" name="Google Shape;431;p33"/>
          <p:cNvSpPr txBox="1"/>
          <p:nvPr>
            <p:ph idx="12" type="sldNum"/>
          </p:nvPr>
        </p:nvSpPr>
        <p:spPr>
          <a:xfrm>
            <a:off x="7764088" y="4736089"/>
            <a:ext cx="1105500" cy="195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ja"/>
              <a:t>P. </a:t>
            </a:r>
            <a:fld id="{00000000-1234-1234-1234-123412341234}" type="slidenum">
              <a:rPr lang="ja"/>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4"/>
          <p:cNvSpPr txBox="1"/>
          <p:nvPr>
            <p:ph idx="1" type="body"/>
          </p:nvPr>
        </p:nvSpPr>
        <p:spPr>
          <a:xfrm>
            <a:off x="257695" y="939997"/>
            <a:ext cx="8645100" cy="3467700"/>
          </a:xfrm>
          <a:prstGeom prst="rect">
            <a:avLst/>
          </a:prstGeom>
        </p:spPr>
        <p:txBody>
          <a:bodyPr anchorCtr="0" anchor="t" bIns="45700" lIns="91425" spcFirstLastPara="1" rIns="91425" wrap="square" tIns="45700">
            <a:normAutofit/>
          </a:bodyPr>
          <a:lstStyle/>
          <a:p>
            <a:pPr indent="-330200" lvl="0" marL="457200" rtl="0" algn="l">
              <a:lnSpc>
                <a:spcPct val="115000"/>
              </a:lnSpc>
              <a:spcBef>
                <a:spcPts val="0"/>
              </a:spcBef>
              <a:spcAft>
                <a:spcPts val="0"/>
              </a:spcAft>
              <a:buClr>
                <a:srgbClr val="0068B7"/>
              </a:buClr>
              <a:buSzPts val="1600"/>
              <a:buFont typeface="Nunito"/>
              <a:buChar char="❖"/>
            </a:pPr>
            <a:r>
              <a:rPr b="1" lang="ja" sz="1600">
                <a:solidFill>
                  <a:srgbClr val="0068B7"/>
                </a:solidFill>
                <a:latin typeface="Nunito"/>
                <a:ea typeface="Nunito"/>
                <a:cs typeface="Nunito"/>
                <a:sym typeface="Nunito"/>
              </a:rPr>
              <a:t>完成品を講師と一緒にチェックし、成果物が要件を満たしており修正点がなければ修了とします。(顧客環境ではないが、本プロジェクトにおける総合テストの立ち位置)</a:t>
            </a:r>
            <a:endParaRPr b="1" sz="1600">
              <a:solidFill>
                <a:srgbClr val="0068B7"/>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実際にユーザー登録/ログイン/投稿ect...の機能を行い、問題なく動作していることが確認できればOKです。</a:t>
            </a:r>
            <a:endParaRPr sz="1600">
              <a:solidFill>
                <a:srgbClr val="424242"/>
              </a:solidFill>
              <a:latin typeface="Nunito"/>
              <a:ea typeface="Nunito"/>
              <a:cs typeface="Nunito"/>
              <a:sym typeface="Nunito"/>
            </a:endParaRPr>
          </a:p>
          <a:p>
            <a:pPr indent="-330200" lvl="1" marL="914400" rtl="0" algn="l">
              <a:lnSpc>
                <a:spcPct val="115000"/>
              </a:lnSpc>
              <a:spcBef>
                <a:spcPts val="0"/>
              </a:spcBef>
              <a:spcAft>
                <a:spcPts val="0"/>
              </a:spcAft>
              <a:buClr>
                <a:srgbClr val="424242"/>
              </a:buClr>
              <a:buSzPts val="1600"/>
              <a:buFont typeface="Nunito"/>
              <a:buChar char="➢"/>
            </a:pPr>
            <a:r>
              <a:rPr lang="ja" sz="1600">
                <a:solidFill>
                  <a:srgbClr val="424242"/>
                </a:solidFill>
                <a:latin typeface="Nunito"/>
                <a:ea typeface="Nunito"/>
                <a:cs typeface="Nunito"/>
                <a:sym typeface="Nunito"/>
              </a:rPr>
              <a:t>要件を満たしていない箇所があった場合は、修正をしてから再チェックを行います。これを繰り返していきます。</a:t>
            </a:r>
            <a:endParaRPr b="1" sz="1600">
              <a:solidFill>
                <a:srgbClr val="0068B7"/>
              </a:solidFill>
              <a:latin typeface="Nunito"/>
              <a:ea typeface="Nunito"/>
              <a:cs typeface="Nunito"/>
              <a:sym typeface="Nunito"/>
            </a:endParaRPr>
          </a:p>
        </p:txBody>
      </p:sp>
      <p:sp>
        <p:nvSpPr>
          <p:cNvPr id="437" name="Google Shape;437;p34"/>
          <p:cNvSpPr txBox="1"/>
          <p:nvPr>
            <p:ph type="title"/>
          </p:nvPr>
        </p:nvSpPr>
        <p:spPr>
          <a:xfrm>
            <a:off x="257695" y="273845"/>
            <a:ext cx="8645100" cy="351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ja" sz="2600">
                <a:solidFill>
                  <a:srgbClr val="0068B7"/>
                </a:solidFill>
              </a:rPr>
              <a:t>7.課題修了条件</a:t>
            </a:r>
            <a:endParaRPr b="1" sz="2600">
              <a:solidFill>
                <a:srgbClr val="0068B7"/>
              </a:solidFill>
            </a:endParaRPr>
          </a:p>
        </p:txBody>
      </p:sp>
      <p:sp>
        <p:nvSpPr>
          <p:cNvPr id="438" name="Google Shape;438;p34"/>
          <p:cNvSpPr/>
          <p:nvPr/>
        </p:nvSpPr>
        <p:spPr>
          <a:xfrm>
            <a:off x="6522517" y="4731647"/>
            <a:ext cx="1105500" cy="195600"/>
          </a:xfrm>
          <a:prstGeom prst="rect">
            <a:avLst/>
          </a:prstGeom>
          <a:solidFill>
            <a:srgbClr val="FF0000"/>
          </a:solidFill>
          <a:ln>
            <a:noFill/>
          </a:ln>
        </p:spPr>
        <p:txBody>
          <a:bodyPr anchorCtr="0" anchor="b" bIns="36000" lIns="91425" spcFirstLastPara="1" rIns="91425" wrap="square" tIns="36000">
            <a:noAutofit/>
          </a:bodyPr>
          <a:lstStyle/>
          <a:p>
            <a:pPr indent="0" lvl="0" marL="0" marR="0" rtl="0" algn="ctr">
              <a:lnSpc>
                <a:spcPct val="100000"/>
              </a:lnSpc>
              <a:spcBef>
                <a:spcPts val="0"/>
              </a:spcBef>
              <a:spcAft>
                <a:spcPts val="0"/>
              </a:spcAft>
              <a:buClr>
                <a:srgbClr val="000000"/>
              </a:buClr>
              <a:buSzPts val="1000"/>
              <a:buFont typeface="Arial"/>
              <a:buNone/>
            </a:pPr>
            <a:r>
              <a:rPr b="1" i="0" lang="ja" sz="1000" u="none" cap="none" strike="noStrike">
                <a:solidFill>
                  <a:schemeClr val="lt1"/>
                </a:solidFill>
                <a:latin typeface="Calibri"/>
                <a:ea typeface="Calibri"/>
                <a:cs typeface="Calibri"/>
                <a:sym typeface="Calibri"/>
              </a:rPr>
              <a:t>Confidential</a:t>
            </a:r>
            <a:endParaRPr b="1" i="0" sz="1000" u="none" cap="none" strike="noStrike">
              <a:solidFill>
                <a:schemeClr val="lt1"/>
              </a:solidFill>
              <a:latin typeface="Calibri"/>
              <a:ea typeface="Calibri"/>
              <a:cs typeface="Calibri"/>
              <a:sym typeface="Calibri"/>
            </a:endParaRPr>
          </a:p>
        </p:txBody>
      </p:sp>
      <p:sp>
        <p:nvSpPr>
          <p:cNvPr id="439" name="Google Shape;439;p34"/>
          <p:cNvSpPr txBox="1"/>
          <p:nvPr>
            <p:ph idx="12" type="sldNum"/>
          </p:nvPr>
        </p:nvSpPr>
        <p:spPr>
          <a:xfrm>
            <a:off x="7764088" y="4736089"/>
            <a:ext cx="1105500" cy="195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ja"/>
              <a:t>P. </a:t>
            </a:r>
            <a:fld id="{00000000-1234-1234-1234-123412341234}" type="slidenum">
              <a:rPr lang="ja"/>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35"/>
          <p:cNvPicPr preferRelativeResize="0"/>
          <p:nvPr/>
        </p:nvPicPr>
        <p:blipFill rotWithShape="1">
          <a:blip r:embed="rId3">
            <a:alphaModFix/>
          </a:blip>
          <a:srcRect b="0" l="0" r="0" t="0"/>
          <a:stretch/>
        </p:blipFill>
        <p:spPr>
          <a:xfrm>
            <a:off x="3727247" y="2424954"/>
            <a:ext cx="1689507" cy="29359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